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embeddedFontLst>
    <p:embeddedFont>
      <p:font typeface="OPPOSans R"/>
      <p:regular r:id="rId18"/>
    </p:embeddedFont>
    <p:embeddedFont>
      <p:font typeface="NotoSansJP-Bold"/>
      <p:regular r:id="rId19"/>
    </p:embeddedFont>
    <p:embeddedFont>
      <p:font typeface="OPPOSans H"/>
      <p:regular r:id="rId20"/>
    </p:embeddedFont>
    <p:embeddedFont>
      <p:font typeface="NotoSansJP-Regular"/>
      <p:regular r:id="rId21"/>
    </p:embeddedFont>
  </p:embeddedFont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18" Type="http://schemas.openxmlformats.org/officeDocument/2006/relationships/font" Target="fonts/font3.fntdata"/>
<Relationship Id="rId19" Type="http://schemas.openxmlformats.org/officeDocument/2006/relationships/font" Target="fonts/font4.fntdata"/>
<Relationship Id="rId20" Type="http://schemas.openxmlformats.org/officeDocument/2006/relationships/font" Target="fonts/font1.fntdata"/>
<Relationship Id="rId21" Type="http://schemas.openxmlformats.org/officeDocument/2006/relationships/font" Target="fonts/font2.fntdata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jpeg"/>
<Relationship Id="rId3" Type="http://schemas.openxmlformats.org/officeDocument/2006/relationships/image" Target="../media/image5.png"/>
<Relationship Id="rId4" Type="http://schemas.openxmlformats.org/officeDocument/2006/relationships/image" Target="../media/image4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4104738" y="0"/>
            <a:ext cx="8087262" cy="6858000"/>
          </a:xfrm>
          <a:custGeom>
            <a:avLst/>
            <a:gdLst>
              <a:gd name="connsiteX0" fmla="*/ 5291115 w 8087262"/>
              <a:gd name="connsiteY0" fmla="*/ 0 h 6858000"/>
              <a:gd name="connsiteX1" fmla="*/ 8087262 w 8087262"/>
              <a:gd name="connsiteY1" fmla="*/ 0 h 6858000"/>
              <a:gd name="connsiteX2" fmla="*/ 8087262 w 8087262"/>
              <a:gd name="connsiteY2" fmla="*/ 6858000 h 6858000"/>
              <a:gd name="connsiteX3" fmla="*/ 0 w 8087262"/>
              <a:gd name="connsiteY3" fmla="*/ 6858000 h 6858000"/>
              <a:gd name="connsiteX4" fmla="*/ 63641 w 8087262"/>
              <a:gd name="connsiteY4" fmla="*/ 6821686 h 6858000"/>
              <a:gd name="connsiteX5" fmla="*/ 600612 w 8087262"/>
              <a:gd name="connsiteY5" fmla="*/ 6619875 h 6858000"/>
              <a:gd name="connsiteX6" fmla="*/ 1829337 w 8087262"/>
              <a:gd name="connsiteY6" fmla="*/ 6448425 h 6858000"/>
              <a:gd name="connsiteX7" fmla="*/ 2553237 w 8087262"/>
              <a:gd name="connsiteY7" fmla="*/ 4657725 h 6858000"/>
              <a:gd name="connsiteX8" fmla="*/ 4477287 w 8087262"/>
              <a:gd name="connsiteY8" fmla="*/ 3876675 h 6858000"/>
              <a:gd name="connsiteX9" fmla="*/ 4582062 w 8087262"/>
              <a:gd name="connsiteY9" fmla="*/ 942975 h 6858000"/>
              <a:gd name="connsiteX10" fmla="*/ 5267862 w 8087262"/>
              <a:gd name="connsiteY10" fmla="*/ 19050 h 6858000"/>
            </a:gdLst>
            <a:rect l="l" t="t" r="r" b="b"/>
            <a:pathLst>
              <a:path w="8087262" h="6858000">
                <a:moveTo>
                  <a:pt x="5291115" y="0"/>
                </a:moveTo>
                <a:lnTo>
                  <a:pt x="8087262" y="0"/>
                </a:lnTo>
                <a:lnTo>
                  <a:pt x="8087262" y="6858000"/>
                </a:lnTo>
                <a:lnTo>
                  <a:pt x="0" y="6858000"/>
                </a:lnTo>
                <a:lnTo>
                  <a:pt x="63641" y="6821686"/>
                </a:lnTo>
                <a:cubicBezTo>
                  <a:pt x="220803" y="6743303"/>
                  <a:pt x="439481" y="6670675"/>
                  <a:pt x="600612" y="6619875"/>
                </a:cubicBezTo>
                <a:cubicBezTo>
                  <a:pt x="922875" y="6518275"/>
                  <a:pt x="1503900" y="6775450"/>
                  <a:pt x="1829337" y="6448425"/>
                </a:cubicBezTo>
                <a:cubicBezTo>
                  <a:pt x="2154774" y="6121400"/>
                  <a:pt x="2111913" y="5086350"/>
                  <a:pt x="2553237" y="4657725"/>
                </a:cubicBezTo>
                <a:cubicBezTo>
                  <a:pt x="2994562" y="4229100"/>
                  <a:pt x="4139150" y="4495800"/>
                  <a:pt x="4477287" y="3876675"/>
                </a:cubicBezTo>
                <a:cubicBezTo>
                  <a:pt x="4815424" y="3257550"/>
                  <a:pt x="4313775" y="1689100"/>
                  <a:pt x="4582062" y="942975"/>
                </a:cubicBezTo>
                <a:cubicBezTo>
                  <a:pt x="4716205" y="569913"/>
                  <a:pt x="4980921" y="269081"/>
                  <a:pt x="5267862" y="1905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1">
            <a:off x="7222172" y="2179131"/>
            <a:ext cx="4985365" cy="4654141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-1" y="0"/>
            <a:ext cx="2108070" cy="1580000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660400" y="638212"/>
            <a:ext cx="537267" cy="390488"/>
          </a:xfrm>
          <a:custGeom>
            <a:avLst/>
            <a:gd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6" name=""/>
          <p:cNvGrpSpPr/>
          <p:nvPr/>
        </p:nvGrpSpPr>
        <p:grpSpPr>
          <a:xfrm>
            <a:off x="11032926" y="766714"/>
            <a:ext cx="485974" cy="133484"/>
            <a:chOff x="11032926" y="766714"/>
            <a:chExt cx="485974" cy="133484"/>
          </a:xfrm>
        </p:grpSpPr>
        <p:sp>
          <p:nvSpPr>
            <p:cNvPr id="7" name="标题 1"/>
            <p:cNvSpPr txBox="1"/>
            <p:nvPr/>
          </p:nvSpPr>
          <p:spPr>
            <a:xfrm rot="0" flipH="0" flipV="0">
              <a:off x="11032926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 rot="0" flipH="0" flipV="0">
              <a:off x="11209171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rot="0" flipH="0" flipV="0">
              <a:off x="11385416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pic>
        <p:nvPicPr>
          <p:cNvPr id="10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5311773" y="314352"/>
            <a:ext cx="7623991" cy="762399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标题 1"/>
          <p:cNvSpPr txBox="1"/>
          <p:nvPr/>
        </p:nvSpPr>
        <p:spPr>
          <a:xfrm rot="0" flipH="0" flipV="0">
            <a:off x="667002" y="5248613"/>
            <a:ext cx="3828798" cy="43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1">
                <a:lumMod val="60000"/>
                <a:lumOff val="40000"/>
              </a:schemeClr>
            </a:solidFill>
            <a:miter/>
          </a:ln>
          <a:effectLst>
            <a:outerShdw dist="127000" blurRad="228600" dir="3600003" sx="100000" sy="100000" kx="0" ky="0" algn="b" rotWithShape="0">
              <a:schemeClr val="accent1">
                <a:alpha val="25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1311313" y="5318152"/>
            <a:ext cx="3098583" cy="296404"/>
          </a:xfrm>
          <a:prstGeom prst="roundRect">
            <a:avLst>
              <a:gd name="adj" fmla="val 50000"/>
            </a:avLst>
          </a:prstGeom>
          <a:noFill/>
          <a:ln w="381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Here is where your presentation begins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67002" y="2572465"/>
            <a:ext cx="4121824" cy="27919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4" name=""/>
          <p:cNvGrpSpPr/>
          <p:nvPr/>
        </p:nvGrpSpPr>
        <p:grpSpPr>
          <a:xfrm>
            <a:off x="6510432" y="1767704"/>
            <a:ext cx="574483" cy="574483"/>
            <a:chOff x="6510432" y="1767704"/>
            <a:chExt cx="574483" cy="574483"/>
          </a:xfrm>
        </p:grpSpPr>
        <p:sp>
          <p:nvSpPr>
            <p:cNvPr id="15" name="标题 1"/>
            <p:cNvSpPr txBox="1"/>
            <p:nvPr/>
          </p:nvSpPr>
          <p:spPr>
            <a:xfrm rot="0" flipH="0" flipV="0">
              <a:off x="6510432" y="1767704"/>
              <a:ext cx="574483" cy="574483"/>
            </a:xfrm>
            <a:prstGeom prst="ellipse">
              <a:avLst/>
            </a:prstGeom>
            <a:solidFill>
              <a:schemeClr val="accent2"/>
            </a:solidFill>
            <a:ln w="12700" cap="flat">
              <a:solidFill>
                <a:schemeClr val="accent2">
                  <a:lumMod val="60000"/>
                  <a:lumOff val="40000"/>
                </a:schemeClr>
              </a:solidFill>
              <a:miter/>
            </a:ln>
            <a:effectLst>
              <a:outerShdw dist="127000" blurRad="228600" dir="3600003" sx="100000" sy="100000" kx="0" ky="0" algn="b" rotWithShape="0">
                <a:schemeClr val="accent2">
                  <a:alpha val="25000"/>
                </a:schemeClr>
              </a:outerShdw>
            </a:effectLst>
          </p:spPr>
          <p:txBody>
            <a:bodyPr vert="horz" wrap="non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rot="0" flipH="0" flipV="0">
              <a:off x="6600762" y="1858034"/>
              <a:ext cx="393823" cy="393823"/>
            </a:xfrm>
            <a:prstGeom prst="plus">
              <a:avLst>
                <a:gd name="adj" fmla="val 38883"/>
              </a:avLst>
            </a:prstGeom>
            <a:solidFill>
              <a:schemeClr val="bg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7" name="标题 1"/>
          <p:cNvSpPr txBox="1"/>
          <p:nvPr/>
        </p:nvSpPr>
        <p:spPr>
          <a:xfrm rot="0" flipH="0" flipV="0">
            <a:off x="622621" y="2153732"/>
            <a:ext cx="5730875" cy="26414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西川芳昭教授のプロフィール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1" flipV="0">
            <a:off x="886253" y="5322419"/>
            <a:ext cx="287870" cy="287870"/>
          </a:xfrm>
          <a:custGeom>
            <a:avLst/>
            <a:gdLst>
              <a:gd name="connsiteX0" fmla="*/ 178985 w 358450"/>
              <a:gd name="connsiteY0" fmla="*/ 358265 h 358450"/>
              <a:gd name="connsiteX1" fmla="*/ -240 w 358450"/>
              <a:gd name="connsiteY1" fmla="*/ 179040 h 358450"/>
              <a:gd name="connsiteX2" fmla="*/ 178985 w 358450"/>
              <a:gd name="connsiteY2" fmla="*/ -185 h 358450"/>
              <a:gd name="connsiteX3" fmla="*/ 358210 w 358450"/>
              <a:gd name="connsiteY3" fmla="*/ 179040 h 358450"/>
              <a:gd name="connsiteX4" fmla="*/ 358210 w 358450"/>
              <a:gd name="connsiteY4" fmla="*/ 179080 h 358450"/>
              <a:gd name="connsiteX5" fmla="*/ 178985 w 358450"/>
              <a:gd name="connsiteY5" fmla="*/ 358265 h 358450"/>
              <a:gd name="connsiteX6" fmla="*/ 178985 w 358450"/>
              <a:gd name="connsiteY6" fmla="*/ 29901 h 358450"/>
              <a:gd name="connsiteX7" fmla="*/ 29806 w 358450"/>
              <a:gd name="connsiteY7" fmla="*/ 179080 h 358450"/>
              <a:gd name="connsiteX8" fmla="*/ 178985 w 358450"/>
              <a:gd name="connsiteY8" fmla="*/ 328260 h 358450"/>
              <a:gd name="connsiteX9" fmla="*/ 328164 w 358450"/>
              <a:gd name="connsiteY9" fmla="*/ 179080 h 358450"/>
              <a:gd name="connsiteX10" fmla="*/ 178985 w 358450"/>
              <a:gd name="connsiteY10" fmla="*/ 29901 h 358450"/>
            </a:gdLst>
            <a:rect l="l" t="t" r="r" b="b"/>
            <a:pathLst>
              <a:path w="358450" h="358450">
                <a:moveTo>
                  <a:pt x="178985" y="358265"/>
                </a:moveTo>
                <a:cubicBezTo>
                  <a:pt x="80003" y="358265"/>
                  <a:pt x="-240" y="278022"/>
                  <a:pt x="-240" y="179040"/>
                </a:cubicBezTo>
                <a:cubicBezTo>
                  <a:pt x="-240" y="80058"/>
                  <a:pt x="80003" y="-185"/>
                  <a:pt x="178985" y="-185"/>
                </a:cubicBezTo>
                <a:cubicBezTo>
                  <a:pt x="277967" y="-185"/>
                  <a:pt x="358210" y="80058"/>
                  <a:pt x="358210" y="179040"/>
                </a:cubicBezTo>
                <a:cubicBezTo>
                  <a:pt x="358210" y="179052"/>
                  <a:pt x="358210" y="179068"/>
                  <a:pt x="358210" y="179080"/>
                </a:cubicBezTo>
                <a:cubicBezTo>
                  <a:pt x="358089" y="278001"/>
                  <a:pt x="277886" y="358152"/>
                  <a:pt x="178985" y="358265"/>
                </a:cubicBezTo>
                <a:close/>
                <a:moveTo>
                  <a:pt x="178985" y="29901"/>
                </a:moveTo>
                <a:cubicBezTo>
                  <a:pt x="96597" y="29901"/>
                  <a:pt x="29806" y="96692"/>
                  <a:pt x="29806" y="179080"/>
                </a:cubicBezTo>
                <a:cubicBezTo>
                  <a:pt x="29806" y="261468"/>
                  <a:pt x="96597" y="328260"/>
                  <a:pt x="178985" y="328260"/>
                </a:cubicBezTo>
                <a:cubicBezTo>
                  <a:pt x="261369" y="328260"/>
                  <a:pt x="328164" y="261468"/>
                  <a:pt x="328164" y="179080"/>
                </a:cubicBezTo>
                <a:cubicBezTo>
                  <a:pt x="328043" y="96745"/>
                  <a:pt x="261328" y="30034"/>
                  <a:pt x="178985" y="2990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962792" y="5400434"/>
            <a:ext cx="115739" cy="131841"/>
          </a:xfrm>
          <a:custGeom>
            <a:avLst/>
            <a:gdLst>
              <a:gd name="connsiteX0" fmla="*/ -240 w 144116"/>
              <a:gd name="connsiteY0" fmla="*/ 146405 h 164166"/>
              <a:gd name="connsiteX1" fmla="*/ -240 w 144116"/>
              <a:gd name="connsiteY1" fmla="*/ 17580 h 164166"/>
              <a:gd name="connsiteX2" fmla="*/ 17533 w 144116"/>
              <a:gd name="connsiteY2" fmla="*/ -185 h 164166"/>
              <a:gd name="connsiteX3" fmla="*/ 26615 w 144116"/>
              <a:gd name="connsiteY3" fmla="*/ 2315 h 164166"/>
              <a:gd name="connsiteX4" fmla="*/ 135168 w 144116"/>
              <a:gd name="connsiteY4" fmla="*/ 66929 h 164166"/>
              <a:gd name="connsiteX5" fmla="*/ 141387 w 144116"/>
              <a:gd name="connsiteY5" fmla="*/ 91277 h 164166"/>
              <a:gd name="connsiteX6" fmla="*/ 135168 w 144116"/>
              <a:gd name="connsiteY6" fmla="*/ 97500 h 164166"/>
              <a:gd name="connsiteX7" fmla="*/ 26615 w 144116"/>
              <a:gd name="connsiteY7" fmla="*/ 161509 h 164166"/>
              <a:gd name="connsiteX8" fmla="*/ 2227 w 144116"/>
              <a:gd name="connsiteY8" fmla="*/ 155217 h 164166"/>
              <a:gd name="connsiteX9" fmla="*/ -240 w 144116"/>
              <a:gd name="connsiteY9" fmla="*/ 146405 h 164166"/>
            </a:gdLst>
            <a:rect l="l" t="t" r="r" b="b"/>
            <a:pathLst>
              <a:path w="144116" h="164166">
                <a:moveTo>
                  <a:pt x="-240" y="146405"/>
                </a:moveTo>
                <a:lnTo>
                  <a:pt x="-240" y="17580"/>
                </a:lnTo>
                <a:cubicBezTo>
                  <a:pt x="-236" y="7766"/>
                  <a:pt x="7719" y="-185"/>
                  <a:pt x="17533" y="-185"/>
                </a:cubicBezTo>
                <a:cubicBezTo>
                  <a:pt x="20731" y="-185"/>
                  <a:pt x="23869" y="679"/>
                  <a:pt x="26615" y="2315"/>
                </a:cubicBezTo>
                <a:lnTo>
                  <a:pt x="135168" y="66929"/>
                </a:lnTo>
                <a:cubicBezTo>
                  <a:pt x="143608" y="71933"/>
                  <a:pt x="146395" y="82833"/>
                  <a:pt x="141387" y="91277"/>
                </a:cubicBezTo>
                <a:cubicBezTo>
                  <a:pt x="139853" y="93841"/>
                  <a:pt x="137712" y="95982"/>
                  <a:pt x="135168" y="97500"/>
                </a:cubicBezTo>
                <a:lnTo>
                  <a:pt x="26615" y="161509"/>
                </a:lnTo>
                <a:cubicBezTo>
                  <a:pt x="18143" y="166505"/>
                  <a:pt x="7223" y="163690"/>
                  <a:pt x="2227" y="155217"/>
                </a:cubicBezTo>
                <a:cubicBezTo>
                  <a:pt x="652" y="152544"/>
                  <a:pt x="-200" y="149507"/>
                  <a:pt x="-240" y="1464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6200000" flipH="1" flipV="0">
            <a:off x="3671937" y="-2303414"/>
            <a:ext cx="5489477" cy="12833351"/>
          </a:xfrm>
          <a:custGeom>
            <a:avLst/>
            <a:gdLst>
              <a:gd name="connsiteX0" fmla="*/ 0 w 1841629"/>
              <a:gd name="connsiteY0" fmla="*/ 4100868 h 4100868"/>
              <a:gd name="connsiteX1" fmla="*/ 1841629 w 1841629"/>
              <a:gd name="connsiteY1" fmla="*/ 4100868 h 4100868"/>
              <a:gd name="connsiteX2" fmla="*/ 1841629 w 1841629"/>
              <a:gd name="connsiteY2" fmla="*/ 0 h 4100868"/>
              <a:gd name="connsiteX3" fmla="*/ 1833126 w 1841629"/>
              <a:gd name="connsiteY3" fmla="*/ 14124 h 4100868"/>
              <a:gd name="connsiteX4" fmla="*/ 1666711 w 1841629"/>
              <a:gd name="connsiteY4" fmla="*/ 404476 h 4100868"/>
              <a:gd name="connsiteX5" fmla="*/ 1579654 w 1841629"/>
              <a:gd name="connsiteY5" fmla="*/ 3338176 h 4100868"/>
              <a:gd name="connsiteX6" fmla="*/ 56258 w 1841629"/>
              <a:gd name="connsiteY6" fmla="*/ 4046621 h 4100868"/>
            </a:gdLst>
            <a:rect l="l" t="t" r="r" b="b"/>
            <a:pathLst>
              <a:path w="1841629" h="4100868">
                <a:moveTo>
                  <a:pt x="0" y="4100868"/>
                </a:moveTo>
                <a:lnTo>
                  <a:pt x="1841629" y="4100868"/>
                </a:lnTo>
                <a:lnTo>
                  <a:pt x="1841629" y="0"/>
                </a:lnTo>
                <a:lnTo>
                  <a:pt x="1833126" y="14124"/>
                </a:lnTo>
                <a:cubicBezTo>
                  <a:pt x="1765563" y="134837"/>
                  <a:pt x="1708509" y="264578"/>
                  <a:pt x="1666711" y="404476"/>
                </a:cubicBezTo>
                <a:cubicBezTo>
                  <a:pt x="1443792" y="1150601"/>
                  <a:pt x="1860612" y="2719051"/>
                  <a:pt x="1579654" y="3338176"/>
                </a:cubicBezTo>
                <a:cubicBezTo>
                  <a:pt x="1316256" y="3918606"/>
                  <a:pt x="463920" y="3720478"/>
                  <a:pt x="56258" y="40466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49000"/>
                </a:schemeClr>
              </a:gs>
              <a:gs pos="70000">
                <a:schemeClr val="accent1">
                  <a:lumMod val="90000"/>
                  <a:alpha val="46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0" y="790186"/>
            <a:ext cx="10440000" cy="1080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dist="190500" blurRad="508000" dir="5400000" sx="105000" sy="105000" kx="0" ky="0" algn="t" rotWithShape="0">
              <a:schemeClr val="accent1">
                <a:alpha val="25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3317963" y="924313"/>
            <a:ext cx="6930093" cy="864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CONTENTS</a:t>
            </a:r>
            <a:endParaRPr kumimoji="1" lang="zh-CN" altLang="en-US"/>
          </a:p>
        </p:txBody>
      </p:sp>
      <p:cxnSp>
        <p:nvCxnSpPr>
          <p:cNvPr id="5" name="标题 1"/>
          <p:cNvCxnSpPr/>
          <p:nvPr/>
        </p:nvCxnSpPr>
        <p:spPr>
          <a:xfrm rot="0" flipH="0" flipV="0">
            <a:off x="0" y="625202"/>
            <a:ext cx="5947954" cy="0"/>
          </a:xfrm>
          <a:prstGeom prst="line">
            <a:avLst/>
          </a:prstGeom>
          <a:noFill/>
          <a:ln w="19050" cap="sq">
            <a:solidFill>
              <a:schemeClr val="accent1"/>
            </a:solidFill>
            <a:miter/>
          </a:ln>
        </p:spPr>
      </p:cxnSp>
      <p:sp>
        <p:nvSpPr>
          <p:cNvPr id="6" name="标题 1"/>
          <p:cNvSpPr txBox="1"/>
          <p:nvPr/>
        </p:nvSpPr>
        <p:spPr>
          <a:xfrm rot="0" flipH="0" flipV="0">
            <a:off x="1029593" y="2676555"/>
            <a:ext cx="720001" cy="720000"/>
          </a:xfrm>
          <a:prstGeom prst="roundRect">
            <a:avLst>
              <a:gd name="adj" fmla="val 1319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101593" y="2820555"/>
            <a:ext cx="576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986583" y="2604555"/>
            <a:ext cx="403200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基本情報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6529636" y="2676555"/>
            <a:ext cx="720001" cy="720000"/>
          </a:xfrm>
          <a:prstGeom prst="roundRect">
            <a:avLst>
              <a:gd name="adj" fmla="val 1319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6601636" y="2820555"/>
            <a:ext cx="576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02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7486900" y="2604555"/>
            <a:ext cx="403200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経歴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1029593" y="3864387"/>
            <a:ext cx="720001" cy="720000"/>
          </a:xfrm>
          <a:prstGeom prst="roundRect">
            <a:avLst>
              <a:gd name="adj" fmla="val 1319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1101593" y="4008387"/>
            <a:ext cx="576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03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1986583" y="3792387"/>
            <a:ext cx="403200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主な著作物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6529636" y="3864387"/>
            <a:ext cx="720001" cy="720000"/>
          </a:xfrm>
          <a:prstGeom prst="roundRect">
            <a:avLst>
              <a:gd name="adj" fmla="val 1319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601636" y="4008387"/>
            <a:ext cx="576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04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7486900" y="3792387"/>
            <a:ext cx="403200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研究成果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029593" y="5052219"/>
            <a:ext cx="720001" cy="720000"/>
          </a:xfrm>
          <a:prstGeom prst="roundRect">
            <a:avLst>
              <a:gd name="adj" fmla="val 1319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1101593" y="5196219"/>
            <a:ext cx="576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05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1986583" y="4980219"/>
            <a:ext cx="403200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海外での活動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6529636" y="5052219"/>
            <a:ext cx="720001" cy="720000"/>
          </a:xfrm>
          <a:prstGeom prst="roundRect">
            <a:avLst>
              <a:gd name="adj" fmla="val 13192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6601636" y="5196219"/>
            <a:ext cx="576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06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7486900" y="4980219"/>
            <a:ext cx="403200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結論</a:t>
            </a:r>
            <a:endParaRPr kumimoji="1" lang="zh-CN" alt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1" flipV="0">
            <a:off x="-1" y="0"/>
            <a:ext cx="8087262" cy="6858000"/>
          </a:xfrm>
          <a:custGeom>
            <a:avLst/>
            <a:gdLst>
              <a:gd name="connsiteX0" fmla="*/ 5291115 w 8087262"/>
              <a:gd name="connsiteY0" fmla="*/ 0 h 6858000"/>
              <a:gd name="connsiteX1" fmla="*/ 8087262 w 8087262"/>
              <a:gd name="connsiteY1" fmla="*/ 0 h 6858000"/>
              <a:gd name="connsiteX2" fmla="*/ 8087262 w 8087262"/>
              <a:gd name="connsiteY2" fmla="*/ 6858000 h 6858000"/>
              <a:gd name="connsiteX3" fmla="*/ 0 w 8087262"/>
              <a:gd name="connsiteY3" fmla="*/ 6858000 h 6858000"/>
              <a:gd name="connsiteX4" fmla="*/ 63641 w 8087262"/>
              <a:gd name="connsiteY4" fmla="*/ 6821686 h 6858000"/>
              <a:gd name="connsiteX5" fmla="*/ 600612 w 8087262"/>
              <a:gd name="connsiteY5" fmla="*/ 6619875 h 6858000"/>
              <a:gd name="connsiteX6" fmla="*/ 1829337 w 8087262"/>
              <a:gd name="connsiteY6" fmla="*/ 6448425 h 6858000"/>
              <a:gd name="connsiteX7" fmla="*/ 2553237 w 8087262"/>
              <a:gd name="connsiteY7" fmla="*/ 4657725 h 6858000"/>
              <a:gd name="connsiteX8" fmla="*/ 4477287 w 8087262"/>
              <a:gd name="connsiteY8" fmla="*/ 3876675 h 6858000"/>
              <a:gd name="connsiteX9" fmla="*/ 4582062 w 8087262"/>
              <a:gd name="connsiteY9" fmla="*/ 942975 h 6858000"/>
              <a:gd name="connsiteX10" fmla="*/ 5267862 w 8087262"/>
              <a:gd name="connsiteY10" fmla="*/ 19050 h 6858000"/>
            </a:gdLst>
            <a:rect l="l" t="t" r="r" b="b"/>
            <a:pathLst>
              <a:path w="8087262" h="6858000">
                <a:moveTo>
                  <a:pt x="5291115" y="0"/>
                </a:moveTo>
                <a:lnTo>
                  <a:pt x="8087262" y="0"/>
                </a:lnTo>
                <a:lnTo>
                  <a:pt x="8087262" y="6858000"/>
                </a:lnTo>
                <a:lnTo>
                  <a:pt x="0" y="6858000"/>
                </a:lnTo>
                <a:lnTo>
                  <a:pt x="63641" y="6821686"/>
                </a:lnTo>
                <a:cubicBezTo>
                  <a:pt x="220803" y="6743303"/>
                  <a:pt x="439481" y="6670675"/>
                  <a:pt x="600612" y="6619875"/>
                </a:cubicBezTo>
                <a:cubicBezTo>
                  <a:pt x="922875" y="6518275"/>
                  <a:pt x="1503900" y="6775450"/>
                  <a:pt x="1829337" y="6448425"/>
                </a:cubicBezTo>
                <a:cubicBezTo>
                  <a:pt x="2154774" y="6121400"/>
                  <a:pt x="2111913" y="5086350"/>
                  <a:pt x="2553237" y="4657725"/>
                </a:cubicBezTo>
                <a:cubicBezTo>
                  <a:pt x="2994562" y="4229100"/>
                  <a:pt x="4139150" y="4495800"/>
                  <a:pt x="4477287" y="3876675"/>
                </a:cubicBezTo>
                <a:cubicBezTo>
                  <a:pt x="4815424" y="3257550"/>
                  <a:pt x="4313775" y="1689100"/>
                  <a:pt x="4582062" y="942975"/>
                </a:cubicBezTo>
                <a:cubicBezTo>
                  <a:pt x="4716205" y="569913"/>
                  <a:pt x="4980921" y="269081"/>
                  <a:pt x="5267862" y="1905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1" flipV="1">
            <a:off x="0" y="2203858"/>
            <a:ext cx="4985365" cy="4654141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0083930" y="0"/>
            <a:ext cx="2108070" cy="1580000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0994332" y="638212"/>
            <a:ext cx="537267" cy="390488"/>
          </a:xfrm>
          <a:custGeom>
            <a:avLst/>
            <a:gd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6" name=""/>
          <p:cNvGrpSpPr/>
          <p:nvPr/>
        </p:nvGrpSpPr>
        <p:grpSpPr>
          <a:xfrm>
            <a:off x="673099" y="766714"/>
            <a:ext cx="485974" cy="133484"/>
            <a:chOff x="673099" y="766714"/>
            <a:chExt cx="485974" cy="133484"/>
          </a:xfrm>
        </p:grpSpPr>
        <p:sp>
          <p:nvSpPr>
            <p:cNvPr id="7" name="标题 1"/>
            <p:cNvSpPr txBox="1"/>
            <p:nvPr/>
          </p:nvSpPr>
          <p:spPr>
            <a:xfrm rot="0" flipH="0" flipV="0">
              <a:off x="67309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 rot="0" flipH="0" flipV="0">
              <a:off x="849344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rot="0" flipH="0" flipV="0">
              <a:off x="102558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0" name="标题 1"/>
          <p:cNvSpPr txBox="1"/>
          <p:nvPr/>
        </p:nvSpPr>
        <p:spPr>
          <a:xfrm rot="0" flipH="0" flipV="0">
            <a:off x="6542636" y="-28575"/>
            <a:ext cx="2601363" cy="3703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6F6ADE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268903" y="1703028"/>
            <a:ext cx="574483" cy="574483"/>
          </a:xfrm>
          <a:prstGeom prst="ellipse">
            <a:avLst/>
          </a:prstGeom>
          <a:solidFill>
            <a:schemeClr val="accent2"/>
          </a:solidFill>
          <a:ln w="12700" cap="flat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dist="127000" blurRad="228600" dir="3600003" sx="100000" sy="100000" kx="0" ky="0" algn="b" rotWithShape="0">
              <a:schemeClr val="accent2">
                <a:alpha val="25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359233" y="1793358"/>
            <a:ext cx="393823" cy="393823"/>
          </a:xfrm>
          <a:prstGeom prst="plus">
            <a:avLst>
              <a:gd name="adj" fmla="val 38883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532596" y="4105275"/>
            <a:ext cx="4770404" cy="21489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1" flipV="0">
            <a:off x="-566879" y="942975"/>
            <a:ext cx="6888688" cy="688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0" flipH="0" flipV="0">
            <a:off x="6542635" y="3727568"/>
            <a:ext cx="4981191" cy="247320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基本情報</a:t>
            </a:r>
            <a:endParaRPr kumimoji="1" lang="zh-CN" alt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6200000" flipH="1" flipV="0">
            <a:off x="3671937" y="-2303414"/>
            <a:ext cx="5489477" cy="12833351"/>
          </a:xfrm>
          <a:custGeom>
            <a:avLst/>
            <a:gdLst>
              <a:gd name="connsiteX0" fmla="*/ 0 w 1841629"/>
              <a:gd name="connsiteY0" fmla="*/ 4100868 h 4100868"/>
              <a:gd name="connsiteX1" fmla="*/ 1841629 w 1841629"/>
              <a:gd name="connsiteY1" fmla="*/ 4100868 h 4100868"/>
              <a:gd name="connsiteX2" fmla="*/ 1841629 w 1841629"/>
              <a:gd name="connsiteY2" fmla="*/ 0 h 4100868"/>
              <a:gd name="connsiteX3" fmla="*/ 1833126 w 1841629"/>
              <a:gd name="connsiteY3" fmla="*/ 14124 h 4100868"/>
              <a:gd name="connsiteX4" fmla="*/ 1666711 w 1841629"/>
              <a:gd name="connsiteY4" fmla="*/ 404476 h 4100868"/>
              <a:gd name="connsiteX5" fmla="*/ 1579654 w 1841629"/>
              <a:gd name="connsiteY5" fmla="*/ 3338176 h 4100868"/>
              <a:gd name="connsiteX6" fmla="*/ 56258 w 1841629"/>
              <a:gd name="connsiteY6" fmla="*/ 4046621 h 4100868"/>
            </a:gdLst>
            <a:rect l="l" t="t" r="r" b="b"/>
            <a:pathLst>
              <a:path w="1841629" h="4100868">
                <a:moveTo>
                  <a:pt x="0" y="4100868"/>
                </a:moveTo>
                <a:lnTo>
                  <a:pt x="1841629" y="4100868"/>
                </a:lnTo>
                <a:lnTo>
                  <a:pt x="1841629" y="0"/>
                </a:lnTo>
                <a:lnTo>
                  <a:pt x="1833126" y="14124"/>
                </a:lnTo>
                <a:cubicBezTo>
                  <a:pt x="1765563" y="134837"/>
                  <a:pt x="1708509" y="264578"/>
                  <a:pt x="1666711" y="404476"/>
                </a:cubicBezTo>
                <a:cubicBezTo>
                  <a:pt x="1443792" y="1150601"/>
                  <a:pt x="1860612" y="2719051"/>
                  <a:pt x="1579654" y="3338176"/>
                </a:cubicBezTo>
                <a:cubicBezTo>
                  <a:pt x="1316256" y="3918606"/>
                  <a:pt x="463920" y="3720478"/>
                  <a:pt x="56258" y="40466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49000"/>
                </a:schemeClr>
              </a:gs>
              <a:gs pos="70000">
                <a:schemeClr val="accent1">
                  <a:lumMod val="90000"/>
                  <a:alpha val="46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1166993" y="2574346"/>
            <a:ext cx="4536000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1960年11月22日生まれ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854702" y="1353367"/>
            <a:ext cx="9405396" cy="935499"/>
          </a:xfrm>
          <a:custGeom>
            <a:avLst/>
            <a:gdLst>
              <a:gd name="connsiteX0" fmla="*/ 0 w 710088"/>
              <a:gd name="connsiteY0" fmla="*/ 0 h 710088"/>
              <a:gd name="connsiteX1" fmla="*/ 710089 w 710088"/>
              <a:gd name="connsiteY1" fmla="*/ 0 h 710088"/>
              <a:gd name="connsiteX2" fmla="*/ 710089 w 710088"/>
              <a:gd name="connsiteY2" fmla="*/ 710089 h 710088"/>
              <a:gd name="connsiteX3" fmla="*/ 0 w 710088"/>
              <a:gd name="connsiteY3" fmla="*/ 710089 h 710088"/>
            </a:gdLst>
            <a:rect l="l" t="t" r="r" b="b"/>
            <a:pathLst>
              <a:path w="710088" h="710088">
                <a:moveTo>
                  <a:pt x="0" y="0"/>
                </a:moveTo>
                <a:lnTo>
                  <a:pt x="710089" y="0"/>
                </a:lnTo>
                <a:lnTo>
                  <a:pt x="710089" y="710089"/>
                </a:lnTo>
                <a:lnTo>
                  <a:pt x="0" y="71008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2137868" y="1416621"/>
            <a:ext cx="8839064" cy="808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基本情報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919203" y="2687212"/>
            <a:ext cx="108000" cy="10800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166993" y="3762847"/>
            <a:ext cx="4536000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奈良県出身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919203" y="3875713"/>
            <a:ext cx="108000" cy="10800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166993" y="4975034"/>
            <a:ext cx="4536000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農業・資源経済学の専門家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19203" y="5087900"/>
            <a:ext cx="108000" cy="10800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6724097" y="2574346"/>
            <a:ext cx="4536000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龍谷大学経済学部教授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6476307" y="2687212"/>
            <a:ext cx="108000" cy="10800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724097" y="3762847"/>
            <a:ext cx="4536000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国際経済学科を担当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476307" y="3875713"/>
            <a:ext cx="108000" cy="10800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6724097" y="4975034"/>
            <a:ext cx="4536000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農学博士（東京大学にて取得）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476307" y="5087900"/>
            <a:ext cx="108000" cy="10800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7" name=""/>
          <p:cNvGrpSpPr/>
          <p:nvPr/>
        </p:nvGrpSpPr>
        <p:grpSpPr>
          <a:xfrm>
            <a:off x="919203" y="1353367"/>
            <a:ext cx="935373" cy="936000"/>
            <a:chOff x="919203" y="1353367"/>
            <a:chExt cx="935373" cy="936000"/>
          </a:xfrm>
        </p:grpSpPr>
        <p:sp>
          <p:nvSpPr>
            <p:cNvPr id="18" name="标题 1"/>
            <p:cNvSpPr txBox="1"/>
            <p:nvPr/>
          </p:nvSpPr>
          <p:spPr>
            <a:xfrm rot="0" flipH="0" flipV="0">
              <a:off x="919203" y="1353367"/>
              <a:ext cx="935373" cy="935373"/>
            </a:xfrm>
            <a:custGeom>
              <a:avLst/>
              <a:gdLst>
                <a:gd name="connsiteX0" fmla="*/ 0 w 710088"/>
                <a:gd name="connsiteY0" fmla="*/ 0 h 710088"/>
                <a:gd name="connsiteX1" fmla="*/ 710089 w 710088"/>
                <a:gd name="connsiteY1" fmla="*/ 0 h 710088"/>
                <a:gd name="connsiteX2" fmla="*/ 710089 w 710088"/>
                <a:gd name="connsiteY2" fmla="*/ 710089 h 710088"/>
                <a:gd name="connsiteX3" fmla="*/ 0 w 710088"/>
                <a:gd name="connsiteY3" fmla="*/ 710089 h 710088"/>
              </a:gdLst>
              <a:rect l="l" t="t" r="r" b="b"/>
              <a:pathLst>
                <a:path w="710088" h="710088">
                  <a:moveTo>
                    <a:pt x="0" y="0"/>
                  </a:moveTo>
                  <a:lnTo>
                    <a:pt x="710089" y="0"/>
                  </a:lnTo>
                  <a:lnTo>
                    <a:pt x="710089" y="710089"/>
                  </a:lnTo>
                  <a:lnTo>
                    <a:pt x="0" y="710089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rot="0" flipH="0" flipV="0">
              <a:off x="1292348" y="1659135"/>
              <a:ext cx="562228" cy="630232"/>
            </a:xfrm>
            <a:custGeom>
              <a:avLst/>
              <a:gdLst>
                <a:gd name="connsiteX0" fmla="*/ 153924 w 426815"/>
                <a:gd name="connsiteY0" fmla="*/ 0 h 478440"/>
                <a:gd name="connsiteX1" fmla="*/ 0 w 426815"/>
                <a:gd name="connsiteY1" fmla="*/ 141446 h 478440"/>
                <a:gd name="connsiteX2" fmla="*/ 36576 w 426815"/>
                <a:gd name="connsiteY2" fmla="*/ 284607 h 478440"/>
                <a:gd name="connsiteX3" fmla="*/ 236982 w 426815"/>
                <a:gd name="connsiteY3" fmla="*/ 478441 h 478440"/>
                <a:gd name="connsiteX4" fmla="*/ 426529 w 426815"/>
                <a:gd name="connsiteY4" fmla="*/ 477965 h 478440"/>
                <a:gd name="connsiteX5" fmla="*/ 426815 w 426815"/>
                <a:gd name="connsiteY5" fmla="*/ 209550 h 478440"/>
                <a:gd name="connsiteX6" fmla="*/ 154019 w 426815"/>
                <a:gd name="connsiteY6" fmla="*/ 0 h 478440"/>
              </a:gdLst>
              <a:rect l="l" t="t" r="r" b="b"/>
              <a:pathLst>
                <a:path w="426815" h="478440">
                  <a:moveTo>
                    <a:pt x="153924" y="0"/>
                  </a:moveTo>
                  <a:lnTo>
                    <a:pt x="0" y="141446"/>
                  </a:lnTo>
                  <a:lnTo>
                    <a:pt x="36576" y="284607"/>
                  </a:lnTo>
                  <a:lnTo>
                    <a:pt x="236982" y="478441"/>
                  </a:lnTo>
                  <a:cubicBezTo>
                    <a:pt x="293846" y="478441"/>
                    <a:pt x="426529" y="477965"/>
                    <a:pt x="426529" y="477965"/>
                  </a:cubicBezTo>
                  <a:cubicBezTo>
                    <a:pt x="426529" y="477965"/>
                    <a:pt x="426815" y="248603"/>
                    <a:pt x="426815" y="209550"/>
                  </a:cubicBezTo>
                  <a:lnTo>
                    <a:pt x="154019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grpSp>
          <p:nvGrpSpPr>
            <p:cNvPr id="20" name=""/>
            <p:cNvGrpSpPr/>
            <p:nvPr/>
          </p:nvGrpSpPr>
          <p:grpSpPr>
            <a:xfrm>
              <a:off x="1247054" y="1609198"/>
              <a:ext cx="279796" cy="424840"/>
              <a:chOff x="1247054" y="1609198"/>
              <a:chExt cx="279796" cy="424840"/>
            </a:xfrm>
          </p:grpSpPr>
          <p:sp>
            <p:nvSpPr>
              <p:cNvPr id="21" name="标题 1"/>
              <p:cNvSpPr txBox="1"/>
              <p:nvPr/>
            </p:nvSpPr>
            <p:spPr>
              <a:xfrm rot="0" flipH="0" flipV="0">
                <a:off x="1247054" y="1609198"/>
                <a:ext cx="279796" cy="325969"/>
              </a:xfrm>
              <a:custGeom>
                <a:avLst/>
                <a:gdLst>
                  <a:gd name="connsiteX0" fmla="*/ 197930 w 212407"/>
                  <a:gd name="connsiteY0" fmla="*/ 155067 h 247459"/>
                  <a:gd name="connsiteX1" fmla="*/ 212408 w 212407"/>
                  <a:gd name="connsiteY1" fmla="*/ 103251 h 247459"/>
                  <a:gd name="connsiteX2" fmla="*/ 106204 w 212407"/>
                  <a:gd name="connsiteY2" fmla="*/ 0 h 247459"/>
                  <a:gd name="connsiteX3" fmla="*/ 0 w 212407"/>
                  <a:gd name="connsiteY3" fmla="*/ 103251 h 247459"/>
                  <a:gd name="connsiteX4" fmla="*/ 38005 w 212407"/>
                  <a:gd name="connsiteY4" fmla="*/ 182309 h 247459"/>
                  <a:gd name="connsiteX5" fmla="*/ 54674 w 212407"/>
                  <a:gd name="connsiteY5" fmla="*/ 247460 h 247459"/>
                  <a:gd name="connsiteX6" fmla="*/ 154686 w 212407"/>
                  <a:gd name="connsiteY6" fmla="*/ 247460 h 247459"/>
                  <a:gd name="connsiteX7" fmla="*/ 175641 w 212407"/>
                  <a:gd name="connsiteY7" fmla="*/ 181261 h 247459"/>
                  <a:gd name="connsiteX8" fmla="*/ 197930 w 212407"/>
                  <a:gd name="connsiteY8" fmla="*/ 155162 h 247459"/>
                  <a:gd name="connsiteX9" fmla="*/ 198120 w 212407"/>
                  <a:gd name="connsiteY9" fmla="*/ 154972 h 247459"/>
                  <a:gd name="connsiteX10" fmla="*/ 198120 w 212407"/>
                  <a:gd name="connsiteY10" fmla="*/ 154972 h 247459"/>
                </a:gdLst>
                <a:rect l="l" t="t" r="r" b="b"/>
                <a:pathLst>
                  <a:path w="212407" h="247459">
                    <a:moveTo>
                      <a:pt x="197930" y="155067"/>
                    </a:moveTo>
                    <a:cubicBezTo>
                      <a:pt x="207074" y="139827"/>
                      <a:pt x="212408" y="122206"/>
                      <a:pt x="212408" y="103251"/>
                    </a:cubicBezTo>
                    <a:cubicBezTo>
                      <a:pt x="212408" y="46196"/>
                      <a:pt x="164878" y="0"/>
                      <a:pt x="106204" y="0"/>
                    </a:cubicBezTo>
                    <a:cubicBezTo>
                      <a:pt x="47530" y="0"/>
                      <a:pt x="0" y="46196"/>
                      <a:pt x="0" y="103251"/>
                    </a:cubicBezTo>
                    <a:cubicBezTo>
                      <a:pt x="0" y="134969"/>
                      <a:pt x="14764" y="163354"/>
                      <a:pt x="38005" y="182309"/>
                    </a:cubicBezTo>
                    <a:cubicBezTo>
                      <a:pt x="45815" y="197453"/>
                      <a:pt x="54674" y="247460"/>
                      <a:pt x="54674" y="247460"/>
                    </a:cubicBezTo>
                    <a:lnTo>
                      <a:pt x="154686" y="247460"/>
                    </a:lnTo>
                    <a:cubicBezTo>
                      <a:pt x="154686" y="247460"/>
                      <a:pt x="157925" y="212408"/>
                      <a:pt x="175641" y="181261"/>
                    </a:cubicBezTo>
                    <a:cubicBezTo>
                      <a:pt x="184499" y="173831"/>
                      <a:pt x="192024" y="165068"/>
                      <a:pt x="197930" y="155162"/>
                    </a:cubicBezTo>
                    <a:cubicBezTo>
                      <a:pt x="197930" y="155162"/>
                      <a:pt x="198025" y="155067"/>
                      <a:pt x="198120" y="154972"/>
                    </a:cubicBezTo>
                    <a:lnTo>
                      <a:pt x="198120" y="154972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algn="l">
                  <a:lnSpc>
                    <a:spcPct val="110000"/>
                  </a:lnSpc>
                </a:pPr>
                <a:endParaRPr kumimoji="1" lang="zh-CN" altLang="en-US"/>
              </a:p>
            </p:txBody>
          </p:sp>
          <p:sp>
            <p:nvSpPr>
              <p:cNvPr id="22" name="标题 1"/>
              <p:cNvSpPr txBox="1"/>
              <p:nvPr/>
            </p:nvSpPr>
            <p:spPr>
              <a:xfrm rot="0" flipH="0" flipV="0">
                <a:off x="1326351" y="1954616"/>
                <a:ext cx="119697" cy="31242"/>
              </a:xfrm>
              <a:custGeom>
                <a:avLst/>
                <a:gdLst>
                  <a:gd name="connsiteX0" fmla="*/ 0 w 90868"/>
                  <a:gd name="connsiteY0" fmla="*/ 0 h 23717"/>
                  <a:gd name="connsiteX1" fmla="*/ 90869 w 90868"/>
                  <a:gd name="connsiteY1" fmla="*/ 0 h 23717"/>
                  <a:gd name="connsiteX2" fmla="*/ 90869 w 90868"/>
                  <a:gd name="connsiteY2" fmla="*/ 23717 h 23717"/>
                  <a:gd name="connsiteX3" fmla="*/ 0 w 90868"/>
                  <a:gd name="connsiteY3" fmla="*/ 23717 h 23717"/>
                </a:gdLst>
                <a:rect l="l" t="t" r="r" b="b"/>
                <a:pathLst>
                  <a:path w="90868" h="23717">
                    <a:moveTo>
                      <a:pt x="0" y="0"/>
                    </a:moveTo>
                    <a:lnTo>
                      <a:pt x="90869" y="0"/>
                    </a:lnTo>
                    <a:lnTo>
                      <a:pt x="90869" y="23717"/>
                    </a:lnTo>
                    <a:lnTo>
                      <a:pt x="0" y="23717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algn="l">
                  <a:lnSpc>
                    <a:spcPct val="110000"/>
                  </a:lnSpc>
                </a:pPr>
                <a:endParaRPr kumimoji="1" lang="zh-CN" altLang="en-US"/>
              </a:p>
            </p:txBody>
          </p:sp>
          <p:sp>
            <p:nvSpPr>
              <p:cNvPr id="23" name="标题 1"/>
              <p:cNvSpPr txBox="1"/>
              <p:nvPr/>
            </p:nvSpPr>
            <p:spPr>
              <a:xfrm rot="0" flipH="0" flipV="0">
                <a:off x="1340528" y="2002796"/>
                <a:ext cx="91342" cy="31242"/>
              </a:xfrm>
              <a:custGeom>
                <a:avLst/>
                <a:gdLst>
                  <a:gd name="connsiteX0" fmla="*/ 0 w 69342"/>
                  <a:gd name="connsiteY0" fmla="*/ 0 h 23717"/>
                  <a:gd name="connsiteX1" fmla="*/ 69342 w 69342"/>
                  <a:gd name="connsiteY1" fmla="*/ 0 h 23717"/>
                  <a:gd name="connsiteX2" fmla="*/ 69342 w 69342"/>
                  <a:gd name="connsiteY2" fmla="*/ 23717 h 23717"/>
                  <a:gd name="connsiteX3" fmla="*/ 0 w 69342"/>
                  <a:gd name="connsiteY3" fmla="*/ 23717 h 23717"/>
                </a:gdLst>
                <a:rect l="l" t="t" r="r" b="b"/>
                <a:pathLst>
                  <a:path w="69342" h="23717">
                    <a:moveTo>
                      <a:pt x="0" y="0"/>
                    </a:moveTo>
                    <a:lnTo>
                      <a:pt x="69342" y="0"/>
                    </a:lnTo>
                    <a:lnTo>
                      <a:pt x="69342" y="23717"/>
                    </a:lnTo>
                    <a:lnTo>
                      <a:pt x="0" y="23717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algn="l">
                  <a:lnSpc>
                    <a:spcPct val="110000"/>
                  </a:lnSpc>
                </a:pPr>
                <a:endParaRPr kumimoji="1" lang="zh-CN" altLang="en-US"/>
              </a:p>
            </p:txBody>
          </p:sp>
        </p:grpSp>
      </p:grpSp>
      <p:sp>
        <p:nvSpPr>
          <p:cNvPr id="24" name="标题 1"/>
          <p:cNvSpPr txBox="1"/>
          <p:nvPr/>
        </p:nvSpPr>
        <p:spPr>
          <a:xfrm rot="0" flipH="1" flipV="0">
            <a:off x="0" y="0"/>
            <a:ext cx="1008000" cy="1008000"/>
          </a:xfrm>
          <a:custGeom>
            <a:avLst/>
            <a:gdLst>
              <a:gd name="connsiteX0" fmla="*/ 1008000 w 1008000"/>
              <a:gd name="connsiteY0" fmla="*/ 0 h 1008000"/>
              <a:gd name="connsiteX1" fmla="*/ 870392 w 1008000"/>
              <a:gd name="connsiteY1" fmla="*/ 0 h 1008000"/>
              <a:gd name="connsiteX2" fmla="*/ 713360 w 1008000"/>
              <a:gd name="connsiteY2" fmla="*/ 0 h 1008000"/>
              <a:gd name="connsiteX3" fmla="*/ 48404 w 1008000"/>
              <a:gd name="connsiteY3" fmla="*/ 0 h 1008000"/>
              <a:gd name="connsiteX4" fmla="*/ 14261 w 1008000"/>
              <a:gd name="connsiteY4" fmla="*/ 82628 h 1008000"/>
              <a:gd name="connsiteX5" fmla="*/ 765717 w 1008000"/>
              <a:gd name="connsiteY5" fmla="*/ 836017 h 1008000"/>
              <a:gd name="connsiteX6" fmla="*/ 772508 w 1008000"/>
              <a:gd name="connsiteY6" fmla="*/ 841197 h 1008000"/>
              <a:gd name="connsiteX7" fmla="*/ 776419 w 1008000"/>
              <a:gd name="connsiteY7" fmla="*/ 844157 h 1008000"/>
              <a:gd name="connsiteX8" fmla="*/ 925586 w 1008000"/>
              <a:gd name="connsiteY8" fmla="*/ 993725 h 1008000"/>
              <a:gd name="connsiteX9" fmla="*/ 1008000 w 1008000"/>
              <a:gd name="connsiteY9" fmla="*/ 959508 h 1008000"/>
              <a:gd name="connsiteX10" fmla="*/ 1008000 w 1008000"/>
              <a:gd name="connsiteY10" fmla="*/ 294640 h 1008000"/>
              <a:gd name="connsiteX11" fmla="*/ 1008000 w 1008000"/>
              <a:gd name="connsiteY11" fmla="*/ 137994 h 1008000"/>
            </a:gdLst>
            <a:rect l="l" t="t" r="r" b="b"/>
            <a:pathLst>
              <a:path w="1008000" h="1008000">
                <a:moveTo>
                  <a:pt x="1008000" y="0"/>
                </a:moveTo>
                <a:lnTo>
                  <a:pt x="870392" y="0"/>
                </a:lnTo>
                <a:lnTo>
                  <a:pt x="713360" y="0"/>
                </a:lnTo>
                <a:lnTo>
                  <a:pt x="48404" y="0"/>
                </a:lnTo>
                <a:cubicBezTo>
                  <a:pt x="5389" y="0"/>
                  <a:pt x="-16207" y="52140"/>
                  <a:pt x="14261" y="82628"/>
                </a:cubicBezTo>
                <a:lnTo>
                  <a:pt x="765717" y="836017"/>
                </a:lnTo>
                <a:cubicBezTo>
                  <a:pt x="767729" y="838052"/>
                  <a:pt x="770016" y="839795"/>
                  <a:pt x="772508" y="841197"/>
                </a:cubicBezTo>
                <a:cubicBezTo>
                  <a:pt x="773944" y="841993"/>
                  <a:pt x="775262" y="842990"/>
                  <a:pt x="776419" y="844157"/>
                </a:cubicBezTo>
                <a:lnTo>
                  <a:pt x="925586" y="993725"/>
                </a:lnTo>
                <a:cubicBezTo>
                  <a:pt x="955995" y="1024227"/>
                  <a:pt x="1008000" y="1002605"/>
                  <a:pt x="1008000" y="959508"/>
                </a:cubicBezTo>
                <a:lnTo>
                  <a:pt x="1008000" y="294640"/>
                </a:lnTo>
                <a:lnTo>
                  <a:pt x="1008000" y="137994"/>
                </a:lnTo>
                <a:close/>
              </a:path>
            </a:pathLst>
          </a:custGeom>
          <a:solidFill>
            <a:schemeClr val="accent1"/>
          </a:solidFill>
          <a:ln w="3584" cap="flat">
            <a:noFill/>
            <a:miter/>
          </a:ln>
          <a:effectLst>
            <a:outerShdw dist="190500" blurRad="317500" dir="8100000" sx="100000" sy="100000" kx="0" ky="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0" flipH="0" flipV="0">
            <a:off x="855292" y="420464"/>
            <a:ext cx="10567087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西川芳昭教授の概要</a:t>
            </a:r>
            <a:endParaRPr kumimoji="1" lang="zh-CN" alt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1" flipV="0">
            <a:off x="-1" y="0"/>
            <a:ext cx="8087262" cy="6858000"/>
          </a:xfrm>
          <a:custGeom>
            <a:avLst/>
            <a:gdLst>
              <a:gd name="connsiteX0" fmla="*/ 5291115 w 8087262"/>
              <a:gd name="connsiteY0" fmla="*/ 0 h 6858000"/>
              <a:gd name="connsiteX1" fmla="*/ 8087262 w 8087262"/>
              <a:gd name="connsiteY1" fmla="*/ 0 h 6858000"/>
              <a:gd name="connsiteX2" fmla="*/ 8087262 w 8087262"/>
              <a:gd name="connsiteY2" fmla="*/ 6858000 h 6858000"/>
              <a:gd name="connsiteX3" fmla="*/ 0 w 8087262"/>
              <a:gd name="connsiteY3" fmla="*/ 6858000 h 6858000"/>
              <a:gd name="connsiteX4" fmla="*/ 63641 w 8087262"/>
              <a:gd name="connsiteY4" fmla="*/ 6821686 h 6858000"/>
              <a:gd name="connsiteX5" fmla="*/ 600612 w 8087262"/>
              <a:gd name="connsiteY5" fmla="*/ 6619875 h 6858000"/>
              <a:gd name="connsiteX6" fmla="*/ 1829337 w 8087262"/>
              <a:gd name="connsiteY6" fmla="*/ 6448425 h 6858000"/>
              <a:gd name="connsiteX7" fmla="*/ 2553237 w 8087262"/>
              <a:gd name="connsiteY7" fmla="*/ 4657725 h 6858000"/>
              <a:gd name="connsiteX8" fmla="*/ 4477287 w 8087262"/>
              <a:gd name="connsiteY8" fmla="*/ 3876675 h 6858000"/>
              <a:gd name="connsiteX9" fmla="*/ 4582062 w 8087262"/>
              <a:gd name="connsiteY9" fmla="*/ 942975 h 6858000"/>
              <a:gd name="connsiteX10" fmla="*/ 5267862 w 8087262"/>
              <a:gd name="connsiteY10" fmla="*/ 19050 h 6858000"/>
            </a:gdLst>
            <a:rect l="l" t="t" r="r" b="b"/>
            <a:pathLst>
              <a:path w="8087262" h="6858000">
                <a:moveTo>
                  <a:pt x="5291115" y="0"/>
                </a:moveTo>
                <a:lnTo>
                  <a:pt x="8087262" y="0"/>
                </a:lnTo>
                <a:lnTo>
                  <a:pt x="8087262" y="6858000"/>
                </a:lnTo>
                <a:lnTo>
                  <a:pt x="0" y="6858000"/>
                </a:lnTo>
                <a:lnTo>
                  <a:pt x="63641" y="6821686"/>
                </a:lnTo>
                <a:cubicBezTo>
                  <a:pt x="220803" y="6743303"/>
                  <a:pt x="439481" y="6670675"/>
                  <a:pt x="600612" y="6619875"/>
                </a:cubicBezTo>
                <a:cubicBezTo>
                  <a:pt x="922875" y="6518275"/>
                  <a:pt x="1503900" y="6775450"/>
                  <a:pt x="1829337" y="6448425"/>
                </a:cubicBezTo>
                <a:cubicBezTo>
                  <a:pt x="2154774" y="6121400"/>
                  <a:pt x="2111913" y="5086350"/>
                  <a:pt x="2553237" y="4657725"/>
                </a:cubicBezTo>
                <a:cubicBezTo>
                  <a:pt x="2994562" y="4229100"/>
                  <a:pt x="4139150" y="4495800"/>
                  <a:pt x="4477287" y="3876675"/>
                </a:cubicBezTo>
                <a:cubicBezTo>
                  <a:pt x="4815424" y="3257550"/>
                  <a:pt x="4313775" y="1689100"/>
                  <a:pt x="4582062" y="942975"/>
                </a:cubicBezTo>
                <a:cubicBezTo>
                  <a:pt x="4716205" y="569913"/>
                  <a:pt x="4980921" y="269081"/>
                  <a:pt x="5267862" y="1905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1" flipV="1">
            <a:off x="0" y="2203858"/>
            <a:ext cx="4985365" cy="4654141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0083930" y="0"/>
            <a:ext cx="2108070" cy="1580000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0994332" y="638212"/>
            <a:ext cx="537267" cy="390488"/>
          </a:xfrm>
          <a:custGeom>
            <a:avLst/>
            <a:gd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6" name=""/>
          <p:cNvGrpSpPr/>
          <p:nvPr/>
        </p:nvGrpSpPr>
        <p:grpSpPr>
          <a:xfrm>
            <a:off x="673099" y="766714"/>
            <a:ext cx="485974" cy="133484"/>
            <a:chOff x="673099" y="766714"/>
            <a:chExt cx="485974" cy="133484"/>
          </a:xfrm>
        </p:grpSpPr>
        <p:sp>
          <p:nvSpPr>
            <p:cNvPr id="7" name="标题 1"/>
            <p:cNvSpPr txBox="1"/>
            <p:nvPr/>
          </p:nvSpPr>
          <p:spPr>
            <a:xfrm rot="0" flipH="0" flipV="0">
              <a:off x="67309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 rot="0" flipH="0" flipV="0">
              <a:off x="849344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rot="0" flipH="0" flipV="0">
              <a:off x="102558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0" name="标题 1"/>
          <p:cNvSpPr txBox="1"/>
          <p:nvPr/>
        </p:nvSpPr>
        <p:spPr>
          <a:xfrm rot="0" flipH="0" flipV="0">
            <a:off x="6542636" y="-28575"/>
            <a:ext cx="2601363" cy="3703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6F6ADE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268903" y="1703028"/>
            <a:ext cx="574483" cy="574483"/>
          </a:xfrm>
          <a:prstGeom prst="ellipse">
            <a:avLst/>
          </a:prstGeom>
          <a:solidFill>
            <a:schemeClr val="accent2"/>
          </a:solidFill>
          <a:ln w="12700" cap="flat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dist="127000" blurRad="228600" dir="3600003" sx="100000" sy="100000" kx="0" ky="0" algn="b" rotWithShape="0">
              <a:schemeClr val="accent2">
                <a:alpha val="25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359233" y="1793358"/>
            <a:ext cx="393823" cy="393823"/>
          </a:xfrm>
          <a:prstGeom prst="plus">
            <a:avLst>
              <a:gd name="adj" fmla="val 38883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532596" y="4105275"/>
            <a:ext cx="4770404" cy="21489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1" flipV="0">
            <a:off x="-566879" y="942975"/>
            <a:ext cx="6888688" cy="688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0" flipH="0" flipV="0">
            <a:off x="6542635" y="3727568"/>
            <a:ext cx="4981191" cy="247320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経歴</a:t>
            </a:r>
            <a:endParaRPr kumimoji="1" lang="zh-CN" alt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6200000" flipH="1" flipV="0">
            <a:off x="3671937" y="-2303414"/>
            <a:ext cx="5489477" cy="12833351"/>
          </a:xfrm>
          <a:custGeom>
            <a:avLst/>
            <a:gdLst>
              <a:gd name="connsiteX0" fmla="*/ 0 w 1841629"/>
              <a:gd name="connsiteY0" fmla="*/ 4100868 h 4100868"/>
              <a:gd name="connsiteX1" fmla="*/ 1841629 w 1841629"/>
              <a:gd name="connsiteY1" fmla="*/ 4100868 h 4100868"/>
              <a:gd name="connsiteX2" fmla="*/ 1841629 w 1841629"/>
              <a:gd name="connsiteY2" fmla="*/ 0 h 4100868"/>
              <a:gd name="connsiteX3" fmla="*/ 1833126 w 1841629"/>
              <a:gd name="connsiteY3" fmla="*/ 14124 h 4100868"/>
              <a:gd name="connsiteX4" fmla="*/ 1666711 w 1841629"/>
              <a:gd name="connsiteY4" fmla="*/ 404476 h 4100868"/>
              <a:gd name="connsiteX5" fmla="*/ 1579654 w 1841629"/>
              <a:gd name="connsiteY5" fmla="*/ 3338176 h 4100868"/>
              <a:gd name="connsiteX6" fmla="*/ 56258 w 1841629"/>
              <a:gd name="connsiteY6" fmla="*/ 4046621 h 4100868"/>
            </a:gdLst>
            <a:rect l="l" t="t" r="r" b="b"/>
            <a:pathLst>
              <a:path w="1841629" h="4100868">
                <a:moveTo>
                  <a:pt x="0" y="4100868"/>
                </a:moveTo>
                <a:lnTo>
                  <a:pt x="1841629" y="4100868"/>
                </a:lnTo>
                <a:lnTo>
                  <a:pt x="1841629" y="0"/>
                </a:lnTo>
                <a:lnTo>
                  <a:pt x="1833126" y="14124"/>
                </a:lnTo>
                <a:cubicBezTo>
                  <a:pt x="1765563" y="134837"/>
                  <a:pt x="1708509" y="264578"/>
                  <a:pt x="1666711" y="404476"/>
                </a:cubicBezTo>
                <a:cubicBezTo>
                  <a:pt x="1443792" y="1150601"/>
                  <a:pt x="1860612" y="2719051"/>
                  <a:pt x="1579654" y="3338176"/>
                </a:cubicBezTo>
                <a:cubicBezTo>
                  <a:pt x="1316256" y="3918606"/>
                  <a:pt x="463920" y="3720478"/>
                  <a:pt x="56258" y="40466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49000"/>
                </a:schemeClr>
              </a:gs>
              <a:gs pos="70000">
                <a:schemeClr val="accent1">
                  <a:lumMod val="90000"/>
                  <a:alpha val="46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4464148" y="2456925"/>
            <a:ext cx="3238305" cy="3956575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 rot="0" flipH="0" flipV="0">
            <a:off x="673101" y="1098168"/>
            <a:ext cx="10845798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研究分野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4469649" y="4249732"/>
            <a:ext cx="3240000" cy="2160000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000000" scaled="0"/>
          </a:gradFill>
          <a:ln w="12700" cap="sq">
            <a:noFill/>
            <a:miter/>
          </a:ln>
          <a:effectLst/>
        </p:spPr>
        <p:txBody>
          <a:bodyPr vert="horz" wrap="square" lIns="274320" tIns="0" rIns="182880" bIns="274320" rtlCol="0" anchor="b"/>
          <a:lstStyle/>
          <a:p>
            <a:pPr algn="l">
              <a:lnSpc>
                <a:spcPct val="13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4469649" y="2237406"/>
            <a:ext cx="3240000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274320" tIns="0" rIns="182880" bIns="274320" rtlCol="0" anchor="b"/>
          <a:lstStyle/>
          <a:p>
            <a:pPr algn="l">
              <a:lnSpc>
                <a:spcPct val="13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8017016" y="2499640"/>
            <a:ext cx="372117" cy="372117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1"/>
          </a:solidFill>
          <a:ln w="22225" cap="rnd">
            <a:noFill/>
            <a:round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8017016" y="4323192"/>
            <a:ext cx="3508233" cy="9293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生物多様性の保全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8048056" y="3894697"/>
            <a:ext cx="310037" cy="335845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accent1"/>
          </a:solidFill>
          <a:ln w="22225" cap="rnd">
            <a:noFill/>
            <a:round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3809777" y="3980386"/>
            <a:ext cx="354985" cy="334581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accent1"/>
          </a:solidFill>
          <a:ln w="22225" cap="rnd">
            <a:noFill/>
            <a:round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3808195" y="2499640"/>
            <a:ext cx="332751" cy="332800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1"/>
          </a:solidFill>
          <a:ln w="22225" cap="flat">
            <a:noFill/>
            <a:miter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3794683" y="5338823"/>
            <a:ext cx="370080" cy="324000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accent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017016" y="2964292"/>
            <a:ext cx="3508233" cy="9293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農業の持続可能性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663716" y="5694792"/>
            <a:ext cx="3508233" cy="9293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作物遺伝資源の持続可能な管理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663716" y="4323192"/>
            <a:ext cx="3508233" cy="9293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国際協力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63716" y="2837292"/>
            <a:ext cx="3508233" cy="9293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農村開発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1" flipV="0">
            <a:off x="0" y="0"/>
            <a:ext cx="1008000" cy="1008000"/>
          </a:xfrm>
          <a:custGeom>
            <a:avLst/>
            <a:gdLst>
              <a:gd name="connsiteX0" fmla="*/ 1008000 w 1008000"/>
              <a:gd name="connsiteY0" fmla="*/ 0 h 1008000"/>
              <a:gd name="connsiteX1" fmla="*/ 870392 w 1008000"/>
              <a:gd name="connsiteY1" fmla="*/ 0 h 1008000"/>
              <a:gd name="connsiteX2" fmla="*/ 713360 w 1008000"/>
              <a:gd name="connsiteY2" fmla="*/ 0 h 1008000"/>
              <a:gd name="connsiteX3" fmla="*/ 48404 w 1008000"/>
              <a:gd name="connsiteY3" fmla="*/ 0 h 1008000"/>
              <a:gd name="connsiteX4" fmla="*/ 14261 w 1008000"/>
              <a:gd name="connsiteY4" fmla="*/ 82628 h 1008000"/>
              <a:gd name="connsiteX5" fmla="*/ 765717 w 1008000"/>
              <a:gd name="connsiteY5" fmla="*/ 836017 h 1008000"/>
              <a:gd name="connsiteX6" fmla="*/ 772508 w 1008000"/>
              <a:gd name="connsiteY6" fmla="*/ 841197 h 1008000"/>
              <a:gd name="connsiteX7" fmla="*/ 776419 w 1008000"/>
              <a:gd name="connsiteY7" fmla="*/ 844157 h 1008000"/>
              <a:gd name="connsiteX8" fmla="*/ 925586 w 1008000"/>
              <a:gd name="connsiteY8" fmla="*/ 993725 h 1008000"/>
              <a:gd name="connsiteX9" fmla="*/ 1008000 w 1008000"/>
              <a:gd name="connsiteY9" fmla="*/ 959508 h 1008000"/>
              <a:gd name="connsiteX10" fmla="*/ 1008000 w 1008000"/>
              <a:gd name="connsiteY10" fmla="*/ 294640 h 1008000"/>
              <a:gd name="connsiteX11" fmla="*/ 1008000 w 1008000"/>
              <a:gd name="connsiteY11" fmla="*/ 137994 h 1008000"/>
            </a:gdLst>
            <a:rect l="l" t="t" r="r" b="b"/>
            <a:pathLst>
              <a:path w="1008000" h="1008000">
                <a:moveTo>
                  <a:pt x="1008000" y="0"/>
                </a:moveTo>
                <a:lnTo>
                  <a:pt x="870392" y="0"/>
                </a:lnTo>
                <a:lnTo>
                  <a:pt x="713360" y="0"/>
                </a:lnTo>
                <a:lnTo>
                  <a:pt x="48404" y="0"/>
                </a:lnTo>
                <a:cubicBezTo>
                  <a:pt x="5389" y="0"/>
                  <a:pt x="-16207" y="52140"/>
                  <a:pt x="14261" y="82628"/>
                </a:cubicBezTo>
                <a:lnTo>
                  <a:pt x="765717" y="836017"/>
                </a:lnTo>
                <a:cubicBezTo>
                  <a:pt x="767729" y="838052"/>
                  <a:pt x="770016" y="839795"/>
                  <a:pt x="772508" y="841197"/>
                </a:cubicBezTo>
                <a:cubicBezTo>
                  <a:pt x="773944" y="841993"/>
                  <a:pt x="775262" y="842990"/>
                  <a:pt x="776419" y="844157"/>
                </a:cubicBezTo>
                <a:lnTo>
                  <a:pt x="925586" y="993725"/>
                </a:lnTo>
                <a:cubicBezTo>
                  <a:pt x="955995" y="1024227"/>
                  <a:pt x="1008000" y="1002605"/>
                  <a:pt x="1008000" y="959508"/>
                </a:cubicBezTo>
                <a:lnTo>
                  <a:pt x="1008000" y="294640"/>
                </a:lnTo>
                <a:lnTo>
                  <a:pt x="1008000" y="137994"/>
                </a:lnTo>
                <a:close/>
              </a:path>
            </a:pathLst>
          </a:custGeom>
          <a:solidFill>
            <a:schemeClr val="accent1"/>
          </a:solidFill>
          <a:ln w="3584" cap="flat">
            <a:noFill/>
            <a:miter/>
          </a:ln>
          <a:effectLst>
            <a:outerShdw dist="190500" blurRad="317500" dir="8100000" sx="100000" sy="100000" kx="0" ky="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855292" y="420464"/>
            <a:ext cx="10567087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研究テーマ</a:t>
            </a:r>
            <a:endParaRPr kumimoji="1" lang="zh-CN" alt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1" flipV="0">
            <a:off x="-1" y="0"/>
            <a:ext cx="8087262" cy="6858000"/>
          </a:xfrm>
          <a:custGeom>
            <a:avLst/>
            <a:gdLst>
              <a:gd name="connsiteX0" fmla="*/ 5291115 w 8087262"/>
              <a:gd name="connsiteY0" fmla="*/ 0 h 6858000"/>
              <a:gd name="connsiteX1" fmla="*/ 8087262 w 8087262"/>
              <a:gd name="connsiteY1" fmla="*/ 0 h 6858000"/>
              <a:gd name="connsiteX2" fmla="*/ 8087262 w 8087262"/>
              <a:gd name="connsiteY2" fmla="*/ 6858000 h 6858000"/>
              <a:gd name="connsiteX3" fmla="*/ 0 w 8087262"/>
              <a:gd name="connsiteY3" fmla="*/ 6858000 h 6858000"/>
              <a:gd name="connsiteX4" fmla="*/ 63641 w 8087262"/>
              <a:gd name="connsiteY4" fmla="*/ 6821686 h 6858000"/>
              <a:gd name="connsiteX5" fmla="*/ 600612 w 8087262"/>
              <a:gd name="connsiteY5" fmla="*/ 6619875 h 6858000"/>
              <a:gd name="connsiteX6" fmla="*/ 1829337 w 8087262"/>
              <a:gd name="connsiteY6" fmla="*/ 6448425 h 6858000"/>
              <a:gd name="connsiteX7" fmla="*/ 2553237 w 8087262"/>
              <a:gd name="connsiteY7" fmla="*/ 4657725 h 6858000"/>
              <a:gd name="connsiteX8" fmla="*/ 4477287 w 8087262"/>
              <a:gd name="connsiteY8" fmla="*/ 3876675 h 6858000"/>
              <a:gd name="connsiteX9" fmla="*/ 4582062 w 8087262"/>
              <a:gd name="connsiteY9" fmla="*/ 942975 h 6858000"/>
              <a:gd name="connsiteX10" fmla="*/ 5267862 w 8087262"/>
              <a:gd name="connsiteY10" fmla="*/ 19050 h 6858000"/>
            </a:gdLst>
            <a:rect l="l" t="t" r="r" b="b"/>
            <a:pathLst>
              <a:path w="8087262" h="6858000">
                <a:moveTo>
                  <a:pt x="5291115" y="0"/>
                </a:moveTo>
                <a:lnTo>
                  <a:pt x="8087262" y="0"/>
                </a:lnTo>
                <a:lnTo>
                  <a:pt x="8087262" y="6858000"/>
                </a:lnTo>
                <a:lnTo>
                  <a:pt x="0" y="6858000"/>
                </a:lnTo>
                <a:lnTo>
                  <a:pt x="63641" y="6821686"/>
                </a:lnTo>
                <a:cubicBezTo>
                  <a:pt x="220803" y="6743303"/>
                  <a:pt x="439481" y="6670675"/>
                  <a:pt x="600612" y="6619875"/>
                </a:cubicBezTo>
                <a:cubicBezTo>
                  <a:pt x="922875" y="6518275"/>
                  <a:pt x="1503900" y="6775450"/>
                  <a:pt x="1829337" y="6448425"/>
                </a:cubicBezTo>
                <a:cubicBezTo>
                  <a:pt x="2154774" y="6121400"/>
                  <a:pt x="2111913" y="5086350"/>
                  <a:pt x="2553237" y="4657725"/>
                </a:cubicBezTo>
                <a:cubicBezTo>
                  <a:pt x="2994562" y="4229100"/>
                  <a:pt x="4139150" y="4495800"/>
                  <a:pt x="4477287" y="3876675"/>
                </a:cubicBezTo>
                <a:cubicBezTo>
                  <a:pt x="4815424" y="3257550"/>
                  <a:pt x="4313775" y="1689100"/>
                  <a:pt x="4582062" y="942975"/>
                </a:cubicBezTo>
                <a:cubicBezTo>
                  <a:pt x="4716205" y="569913"/>
                  <a:pt x="4980921" y="269081"/>
                  <a:pt x="5267862" y="1905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1" flipV="1">
            <a:off x="0" y="2203858"/>
            <a:ext cx="4985365" cy="4654141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0083930" y="0"/>
            <a:ext cx="2108070" cy="1580000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0994332" y="638212"/>
            <a:ext cx="537267" cy="390488"/>
          </a:xfrm>
          <a:custGeom>
            <a:avLst/>
            <a:gd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6" name=""/>
          <p:cNvGrpSpPr/>
          <p:nvPr/>
        </p:nvGrpSpPr>
        <p:grpSpPr>
          <a:xfrm>
            <a:off x="673099" y="766714"/>
            <a:ext cx="485974" cy="133484"/>
            <a:chOff x="673099" y="766714"/>
            <a:chExt cx="485974" cy="133484"/>
          </a:xfrm>
        </p:grpSpPr>
        <p:sp>
          <p:nvSpPr>
            <p:cNvPr id="7" name="标题 1"/>
            <p:cNvSpPr txBox="1"/>
            <p:nvPr/>
          </p:nvSpPr>
          <p:spPr>
            <a:xfrm rot="0" flipH="0" flipV="0">
              <a:off x="67309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 rot="0" flipH="0" flipV="0">
              <a:off x="849344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rot="0" flipH="0" flipV="0">
              <a:off x="102558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0" name="标题 1"/>
          <p:cNvSpPr txBox="1"/>
          <p:nvPr/>
        </p:nvSpPr>
        <p:spPr>
          <a:xfrm rot="0" flipH="0" flipV="0">
            <a:off x="6542636" y="-28575"/>
            <a:ext cx="2601363" cy="3703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6F6ADE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268903" y="1703028"/>
            <a:ext cx="574483" cy="574483"/>
          </a:xfrm>
          <a:prstGeom prst="ellipse">
            <a:avLst/>
          </a:prstGeom>
          <a:solidFill>
            <a:schemeClr val="accent2"/>
          </a:solidFill>
          <a:ln w="12700" cap="flat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dist="127000" blurRad="228600" dir="3600003" sx="100000" sy="100000" kx="0" ky="0" algn="b" rotWithShape="0">
              <a:schemeClr val="accent2">
                <a:alpha val="25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359233" y="1793358"/>
            <a:ext cx="393823" cy="393823"/>
          </a:xfrm>
          <a:prstGeom prst="plus">
            <a:avLst>
              <a:gd name="adj" fmla="val 38883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532596" y="4105275"/>
            <a:ext cx="4770404" cy="21489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1" flipV="0">
            <a:off x="-566879" y="942975"/>
            <a:ext cx="6888688" cy="688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0" flipH="0" flipV="0">
            <a:off x="6542635" y="3727568"/>
            <a:ext cx="4981191" cy="247320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主な著作物</a:t>
            </a:r>
            <a:endParaRPr kumimoji="1" lang="zh-CN" alt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6200000" flipH="1" flipV="0">
            <a:off x="3671937" y="-2303414"/>
            <a:ext cx="5489477" cy="12833351"/>
          </a:xfrm>
          <a:custGeom>
            <a:avLst/>
            <a:gdLst>
              <a:gd name="connsiteX0" fmla="*/ 0 w 1841629"/>
              <a:gd name="connsiteY0" fmla="*/ 4100868 h 4100868"/>
              <a:gd name="connsiteX1" fmla="*/ 1841629 w 1841629"/>
              <a:gd name="connsiteY1" fmla="*/ 4100868 h 4100868"/>
              <a:gd name="connsiteX2" fmla="*/ 1841629 w 1841629"/>
              <a:gd name="connsiteY2" fmla="*/ 0 h 4100868"/>
              <a:gd name="connsiteX3" fmla="*/ 1833126 w 1841629"/>
              <a:gd name="connsiteY3" fmla="*/ 14124 h 4100868"/>
              <a:gd name="connsiteX4" fmla="*/ 1666711 w 1841629"/>
              <a:gd name="connsiteY4" fmla="*/ 404476 h 4100868"/>
              <a:gd name="connsiteX5" fmla="*/ 1579654 w 1841629"/>
              <a:gd name="connsiteY5" fmla="*/ 3338176 h 4100868"/>
              <a:gd name="connsiteX6" fmla="*/ 56258 w 1841629"/>
              <a:gd name="connsiteY6" fmla="*/ 4046621 h 4100868"/>
            </a:gdLst>
            <a:rect l="l" t="t" r="r" b="b"/>
            <a:pathLst>
              <a:path w="1841629" h="4100868">
                <a:moveTo>
                  <a:pt x="0" y="4100868"/>
                </a:moveTo>
                <a:lnTo>
                  <a:pt x="1841629" y="4100868"/>
                </a:lnTo>
                <a:lnTo>
                  <a:pt x="1841629" y="0"/>
                </a:lnTo>
                <a:lnTo>
                  <a:pt x="1833126" y="14124"/>
                </a:lnTo>
                <a:cubicBezTo>
                  <a:pt x="1765563" y="134837"/>
                  <a:pt x="1708509" y="264578"/>
                  <a:pt x="1666711" y="404476"/>
                </a:cubicBezTo>
                <a:cubicBezTo>
                  <a:pt x="1443792" y="1150601"/>
                  <a:pt x="1860612" y="2719051"/>
                  <a:pt x="1579654" y="3338176"/>
                </a:cubicBezTo>
                <a:cubicBezTo>
                  <a:pt x="1316256" y="3918606"/>
                  <a:pt x="463920" y="3720478"/>
                  <a:pt x="56258" y="40466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49000"/>
                </a:schemeClr>
              </a:gs>
              <a:gs pos="70000">
                <a:schemeClr val="accent1">
                  <a:lumMod val="90000"/>
                  <a:alpha val="46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4355115" y="1262655"/>
            <a:ext cx="6831292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355115" y="1262655"/>
            <a:ext cx="6831292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4355115" y="4561744"/>
            <a:ext cx="6831291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4355115" y="4561744"/>
            <a:ext cx="6831291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720" t="2967" r="17686" b="50408"/>
          <a:stretch>
            <a:fillRect/>
          </a:stretch>
        </p:blipFill>
        <p:spPr>
          <a:xfrm rot="0" flipH="0" flipV="0">
            <a:off x="1835116" y="1262655"/>
            <a:ext cx="2520000" cy="1440000"/>
          </a:xfrm>
          <a:custGeom>
            <a:avLst/>
            <a:gdLst/>
            <a:rect l="l" t="t" r="r" b="b"/>
            <a:pathLst>
              <a:path w="2520000" h="1440000">
                <a:moveTo>
                  <a:pt x="0" y="0"/>
                </a:moveTo>
                <a:lnTo>
                  <a:pt x="2520000" y="0"/>
                </a:lnTo>
                <a:lnTo>
                  <a:pt x="2520000" y="1440000"/>
                </a:lnTo>
                <a:lnTo>
                  <a:pt x="0" y="1440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" name=""/>
          <p:cNvPicPr>
            <a:picLocks noChangeAspect="1"/>
          </p:cNvPicPr>
          <p:nvPr/>
        </p:nvPicPr>
        <p:blipFill>
          <a:blip r:embed="rId3">
            <a:alphaModFix amt="100000"/>
          </a:blip>
          <a:srcRect l="720" t="52160" r="17686" b="1215"/>
          <a:stretch>
            <a:fillRect/>
          </a:stretch>
        </p:blipFill>
        <p:spPr>
          <a:xfrm rot="0" flipH="0" flipV="0">
            <a:off x="1835116" y="4561744"/>
            <a:ext cx="2520000" cy="1440000"/>
          </a:xfrm>
          <a:custGeom>
            <a:avLst/>
            <a:gdLst/>
            <a:rect l="l" t="t" r="r" b="b"/>
            <a:pathLst>
              <a:path w="2520000" h="1440000">
                <a:moveTo>
                  <a:pt x="0" y="0"/>
                </a:moveTo>
                <a:lnTo>
                  <a:pt x="2520000" y="0"/>
                </a:lnTo>
                <a:lnTo>
                  <a:pt x="2520000" y="1440000"/>
                </a:lnTo>
                <a:lnTo>
                  <a:pt x="0" y="1440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rot="0" flipH="0" flipV="0">
            <a:off x="992893" y="2904929"/>
            <a:ext cx="6840001" cy="1440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dist="127000" blurRad="381000" dir="5400000" sx="100000" sy="100000" kx="0" ky="0" algn="t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92893" y="2904929"/>
            <a:ext cx="6840001" cy="36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4">
            <a:alphaModFix amt="100000"/>
          </a:blip>
          <a:srcRect l="4529" t="8573" r="10276" b="18505"/>
          <a:stretch>
            <a:fillRect/>
          </a:stretch>
        </p:blipFill>
        <p:spPr>
          <a:xfrm rot="0" flipH="0" flipV="0">
            <a:off x="7832894" y="2904929"/>
            <a:ext cx="2520000" cy="1440000"/>
          </a:xfrm>
          <a:custGeom>
            <a:avLst/>
            <a:gdLst/>
            <a:rect l="l" t="t" r="r" b="b"/>
            <a:pathLst>
              <a:path w="2520000" h="1440000">
                <a:moveTo>
                  <a:pt x="0" y="0"/>
                </a:moveTo>
                <a:lnTo>
                  <a:pt x="2520000" y="0"/>
                </a:lnTo>
                <a:lnTo>
                  <a:pt x="2520000" y="1440000"/>
                </a:lnTo>
                <a:lnTo>
                  <a:pt x="0" y="1440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2" name="标题 1"/>
          <p:cNvSpPr txBox="1"/>
          <p:nvPr/>
        </p:nvSpPr>
        <p:spPr>
          <a:xfrm rot="0" flipH="0" flipV="0">
            <a:off x="4711276" y="1793759"/>
            <a:ext cx="6118971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種子と人間の関係
生物文化多様性の重要性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4711276" y="1421420"/>
            <a:ext cx="6118971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タネとヒト 生物文化多様性の視点から（2022年）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1353408" y="3430781"/>
            <a:ext cx="6118971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地域の問題解決に向けた国際協力の重要性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1353408" y="3058441"/>
            <a:ext cx="6118971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地域をつなぐ国際協力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4711274" y="5086986"/>
            <a:ext cx="6118971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種子の多様性とその保護の必要性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4711274" y="4714647"/>
            <a:ext cx="6118971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種子が消えれば、あなたも消える - 共有か独占か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1" flipV="0">
            <a:off x="0" y="0"/>
            <a:ext cx="1008000" cy="1008000"/>
          </a:xfrm>
          <a:custGeom>
            <a:avLst/>
            <a:gdLst>
              <a:gd name="connsiteX0" fmla="*/ 1008000 w 1008000"/>
              <a:gd name="connsiteY0" fmla="*/ 0 h 1008000"/>
              <a:gd name="connsiteX1" fmla="*/ 870392 w 1008000"/>
              <a:gd name="connsiteY1" fmla="*/ 0 h 1008000"/>
              <a:gd name="connsiteX2" fmla="*/ 713360 w 1008000"/>
              <a:gd name="connsiteY2" fmla="*/ 0 h 1008000"/>
              <a:gd name="connsiteX3" fmla="*/ 48404 w 1008000"/>
              <a:gd name="connsiteY3" fmla="*/ 0 h 1008000"/>
              <a:gd name="connsiteX4" fmla="*/ 14261 w 1008000"/>
              <a:gd name="connsiteY4" fmla="*/ 82628 h 1008000"/>
              <a:gd name="connsiteX5" fmla="*/ 765717 w 1008000"/>
              <a:gd name="connsiteY5" fmla="*/ 836017 h 1008000"/>
              <a:gd name="connsiteX6" fmla="*/ 772508 w 1008000"/>
              <a:gd name="connsiteY6" fmla="*/ 841197 h 1008000"/>
              <a:gd name="connsiteX7" fmla="*/ 776419 w 1008000"/>
              <a:gd name="connsiteY7" fmla="*/ 844157 h 1008000"/>
              <a:gd name="connsiteX8" fmla="*/ 925586 w 1008000"/>
              <a:gd name="connsiteY8" fmla="*/ 993725 h 1008000"/>
              <a:gd name="connsiteX9" fmla="*/ 1008000 w 1008000"/>
              <a:gd name="connsiteY9" fmla="*/ 959508 h 1008000"/>
              <a:gd name="connsiteX10" fmla="*/ 1008000 w 1008000"/>
              <a:gd name="connsiteY10" fmla="*/ 294640 h 1008000"/>
              <a:gd name="connsiteX11" fmla="*/ 1008000 w 1008000"/>
              <a:gd name="connsiteY11" fmla="*/ 137994 h 1008000"/>
            </a:gdLst>
            <a:rect l="l" t="t" r="r" b="b"/>
            <a:pathLst>
              <a:path w="1008000" h="1008000">
                <a:moveTo>
                  <a:pt x="1008000" y="0"/>
                </a:moveTo>
                <a:lnTo>
                  <a:pt x="870392" y="0"/>
                </a:lnTo>
                <a:lnTo>
                  <a:pt x="713360" y="0"/>
                </a:lnTo>
                <a:lnTo>
                  <a:pt x="48404" y="0"/>
                </a:lnTo>
                <a:cubicBezTo>
                  <a:pt x="5389" y="0"/>
                  <a:pt x="-16207" y="52140"/>
                  <a:pt x="14261" y="82628"/>
                </a:cubicBezTo>
                <a:lnTo>
                  <a:pt x="765717" y="836017"/>
                </a:lnTo>
                <a:cubicBezTo>
                  <a:pt x="767729" y="838052"/>
                  <a:pt x="770016" y="839795"/>
                  <a:pt x="772508" y="841197"/>
                </a:cubicBezTo>
                <a:cubicBezTo>
                  <a:pt x="773944" y="841993"/>
                  <a:pt x="775262" y="842990"/>
                  <a:pt x="776419" y="844157"/>
                </a:cubicBezTo>
                <a:lnTo>
                  <a:pt x="925586" y="993725"/>
                </a:lnTo>
                <a:cubicBezTo>
                  <a:pt x="955995" y="1024227"/>
                  <a:pt x="1008000" y="1002605"/>
                  <a:pt x="1008000" y="959508"/>
                </a:cubicBezTo>
                <a:lnTo>
                  <a:pt x="1008000" y="294640"/>
                </a:lnTo>
                <a:lnTo>
                  <a:pt x="1008000" y="137994"/>
                </a:lnTo>
                <a:close/>
              </a:path>
            </a:pathLst>
          </a:custGeom>
          <a:solidFill>
            <a:schemeClr val="accent1"/>
          </a:solidFill>
          <a:ln w="3584" cap="flat">
            <a:noFill/>
            <a:miter/>
          </a:ln>
          <a:effectLst>
            <a:outerShdw dist="190500" blurRad="317500" dir="8100000" sx="100000" sy="100000" kx="0" ky="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855292" y="420464"/>
            <a:ext cx="10567087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著作リスト</a:t>
            </a:r>
            <a:endParaRPr kumimoji="1" lang="zh-CN" alt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1" flipV="0">
            <a:off x="-1" y="0"/>
            <a:ext cx="8087262" cy="6858000"/>
          </a:xfrm>
          <a:custGeom>
            <a:avLst/>
            <a:gdLst>
              <a:gd name="connsiteX0" fmla="*/ 5291115 w 8087262"/>
              <a:gd name="connsiteY0" fmla="*/ 0 h 6858000"/>
              <a:gd name="connsiteX1" fmla="*/ 8087262 w 8087262"/>
              <a:gd name="connsiteY1" fmla="*/ 0 h 6858000"/>
              <a:gd name="connsiteX2" fmla="*/ 8087262 w 8087262"/>
              <a:gd name="connsiteY2" fmla="*/ 6858000 h 6858000"/>
              <a:gd name="connsiteX3" fmla="*/ 0 w 8087262"/>
              <a:gd name="connsiteY3" fmla="*/ 6858000 h 6858000"/>
              <a:gd name="connsiteX4" fmla="*/ 63641 w 8087262"/>
              <a:gd name="connsiteY4" fmla="*/ 6821686 h 6858000"/>
              <a:gd name="connsiteX5" fmla="*/ 600612 w 8087262"/>
              <a:gd name="connsiteY5" fmla="*/ 6619875 h 6858000"/>
              <a:gd name="connsiteX6" fmla="*/ 1829337 w 8087262"/>
              <a:gd name="connsiteY6" fmla="*/ 6448425 h 6858000"/>
              <a:gd name="connsiteX7" fmla="*/ 2553237 w 8087262"/>
              <a:gd name="connsiteY7" fmla="*/ 4657725 h 6858000"/>
              <a:gd name="connsiteX8" fmla="*/ 4477287 w 8087262"/>
              <a:gd name="connsiteY8" fmla="*/ 3876675 h 6858000"/>
              <a:gd name="connsiteX9" fmla="*/ 4582062 w 8087262"/>
              <a:gd name="connsiteY9" fmla="*/ 942975 h 6858000"/>
              <a:gd name="connsiteX10" fmla="*/ 5267862 w 8087262"/>
              <a:gd name="connsiteY10" fmla="*/ 19050 h 6858000"/>
            </a:gdLst>
            <a:rect l="l" t="t" r="r" b="b"/>
            <a:pathLst>
              <a:path w="8087262" h="6858000">
                <a:moveTo>
                  <a:pt x="5291115" y="0"/>
                </a:moveTo>
                <a:lnTo>
                  <a:pt x="8087262" y="0"/>
                </a:lnTo>
                <a:lnTo>
                  <a:pt x="8087262" y="6858000"/>
                </a:lnTo>
                <a:lnTo>
                  <a:pt x="0" y="6858000"/>
                </a:lnTo>
                <a:lnTo>
                  <a:pt x="63641" y="6821686"/>
                </a:lnTo>
                <a:cubicBezTo>
                  <a:pt x="220803" y="6743303"/>
                  <a:pt x="439481" y="6670675"/>
                  <a:pt x="600612" y="6619875"/>
                </a:cubicBezTo>
                <a:cubicBezTo>
                  <a:pt x="922875" y="6518275"/>
                  <a:pt x="1503900" y="6775450"/>
                  <a:pt x="1829337" y="6448425"/>
                </a:cubicBezTo>
                <a:cubicBezTo>
                  <a:pt x="2154774" y="6121400"/>
                  <a:pt x="2111913" y="5086350"/>
                  <a:pt x="2553237" y="4657725"/>
                </a:cubicBezTo>
                <a:cubicBezTo>
                  <a:pt x="2994562" y="4229100"/>
                  <a:pt x="4139150" y="4495800"/>
                  <a:pt x="4477287" y="3876675"/>
                </a:cubicBezTo>
                <a:cubicBezTo>
                  <a:pt x="4815424" y="3257550"/>
                  <a:pt x="4313775" y="1689100"/>
                  <a:pt x="4582062" y="942975"/>
                </a:cubicBezTo>
                <a:cubicBezTo>
                  <a:pt x="4716205" y="569913"/>
                  <a:pt x="4980921" y="269081"/>
                  <a:pt x="5267862" y="1905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1" flipV="1">
            <a:off x="0" y="2203858"/>
            <a:ext cx="4985365" cy="4654141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0083930" y="0"/>
            <a:ext cx="2108070" cy="1580000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0994332" y="638212"/>
            <a:ext cx="537267" cy="390488"/>
          </a:xfrm>
          <a:custGeom>
            <a:avLst/>
            <a:gd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6" name=""/>
          <p:cNvGrpSpPr/>
          <p:nvPr/>
        </p:nvGrpSpPr>
        <p:grpSpPr>
          <a:xfrm>
            <a:off x="673099" y="766714"/>
            <a:ext cx="485974" cy="133484"/>
            <a:chOff x="673099" y="766714"/>
            <a:chExt cx="485974" cy="133484"/>
          </a:xfrm>
        </p:grpSpPr>
        <p:sp>
          <p:nvSpPr>
            <p:cNvPr id="7" name="标题 1"/>
            <p:cNvSpPr txBox="1"/>
            <p:nvPr/>
          </p:nvSpPr>
          <p:spPr>
            <a:xfrm rot="0" flipH="0" flipV="0">
              <a:off x="67309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 rot="0" flipH="0" flipV="0">
              <a:off x="849344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rot="0" flipH="0" flipV="0">
              <a:off x="102558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0" name="标题 1"/>
          <p:cNvSpPr txBox="1"/>
          <p:nvPr/>
        </p:nvSpPr>
        <p:spPr>
          <a:xfrm rot="0" flipH="0" flipV="0">
            <a:off x="6542636" y="-28575"/>
            <a:ext cx="2601363" cy="3703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6F6ADE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04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268903" y="1703028"/>
            <a:ext cx="574483" cy="574483"/>
          </a:xfrm>
          <a:prstGeom prst="ellipse">
            <a:avLst/>
          </a:prstGeom>
          <a:solidFill>
            <a:schemeClr val="accent2"/>
          </a:solidFill>
          <a:ln w="12700" cap="flat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dist="127000" blurRad="228600" dir="3600003" sx="100000" sy="100000" kx="0" ky="0" algn="b" rotWithShape="0">
              <a:schemeClr val="accent2">
                <a:alpha val="25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359233" y="1793358"/>
            <a:ext cx="393823" cy="393823"/>
          </a:xfrm>
          <a:prstGeom prst="plus">
            <a:avLst>
              <a:gd name="adj" fmla="val 38883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532596" y="4105275"/>
            <a:ext cx="4770404" cy="21489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1" flipV="0">
            <a:off x="-566879" y="942975"/>
            <a:ext cx="6888688" cy="688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0" flipH="0" flipV="0">
            <a:off x="6542635" y="3727568"/>
            <a:ext cx="4981191" cy="247320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研究成果</a:t>
            </a:r>
            <a:endParaRPr kumimoji="1" lang="zh-CN" alt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6200000" flipH="1" flipV="0">
            <a:off x="3671937" y="-2303414"/>
            <a:ext cx="5489477" cy="12833351"/>
          </a:xfrm>
          <a:custGeom>
            <a:avLst/>
            <a:gdLst>
              <a:gd name="connsiteX0" fmla="*/ 0 w 1841629"/>
              <a:gd name="connsiteY0" fmla="*/ 4100868 h 4100868"/>
              <a:gd name="connsiteX1" fmla="*/ 1841629 w 1841629"/>
              <a:gd name="connsiteY1" fmla="*/ 4100868 h 4100868"/>
              <a:gd name="connsiteX2" fmla="*/ 1841629 w 1841629"/>
              <a:gd name="connsiteY2" fmla="*/ 0 h 4100868"/>
              <a:gd name="connsiteX3" fmla="*/ 1833126 w 1841629"/>
              <a:gd name="connsiteY3" fmla="*/ 14124 h 4100868"/>
              <a:gd name="connsiteX4" fmla="*/ 1666711 w 1841629"/>
              <a:gd name="connsiteY4" fmla="*/ 404476 h 4100868"/>
              <a:gd name="connsiteX5" fmla="*/ 1579654 w 1841629"/>
              <a:gd name="connsiteY5" fmla="*/ 3338176 h 4100868"/>
              <a:gd name="connsiteX6" fmla="*/ 56258 w 1841629"/>
              <a:gd name="connsiteY6" fmla="*/ 4046621 h 4100868"/>
            </a:gdLst>
            <a:rect l="l" t="t" r="r" b="b"/>
            <a:pathLst>
              <a:path w="1841629" h="4100868">
                <a:moveTo>
                  <a:pt x="0" y="4100868"/>
                </a:moveTo>
                <a:lnTo>
                  <a:pt x="1841629" y="4100868"/>
                </a:lnTo>
                <a:lnTo>
                  <a:pt x="1841629" y="0"/>
                </a:lnTo>
                <a:lnTo>
                  <a:pt x="1833126" y="14124"/>
                </a:lnTo>
                <a:cubicBezTo>
                  <a:pt x="1765563" y="134837"/>
                  <a:pt x="1708509" y="264578"/>
                  <a:pt x="1666711" y="404476"/>
                </a:cubicBezTo>
                <a:cubicBezTo>
                  <a:pt x="1443792" y="1150601"/>
                  <a:pt x="1860612" y="2719051"/>
                  <a:pt x="1579654" y="3338176"/>
                </a:cubicBezTo>
                <a:cubicBezTo>
                  <a:pt x="1316256" y="3918606"/>
                  <a:pt x="463920" y="3720478"/>
                  <a:pt x="56258" y="40466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49000"/>
                </a:schemeClr>
              </a:gs>
              <a:gs pos="70000">
                <a:schemeClr val="accent1">
                  <a:lumMod val="90000"/>
                  <a:alpha val="46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5537504" y="2890866"/>
            <a:ext cx="5981395" cy="6620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国際協力と農業開発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5537504" y="3533863"/>
            <a:ext cx="5981395" cy="1042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国際的な視点からの農業開発
途上国における農業発展への政策提言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5194306" y="3357083"/>
            <a:ext cx="134408" cy="134683"/>
          </a:xfrm>
          <a:prstGeom prst="ellipse">
            <a:avLst/>
          </a:pr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5122686" y="3286015"/>
            <a:ext cx="277647" cy="276819"/>
          </a:xfrm>
          <a:custGeom>
            <a:avLst/>
            <a:gdLst>
              <a:gd name="T0" fmla="*/ 212 w 423"/>
              <a:gd name="T1" fmla="*/ 0 h 424"/>
              <a:gd name="T2" fmla="*/ 0 w 423"/>
              <a:gd name="T3" fmla="*/ 212 h 424"/>
              <a:gd name="T4" fmla="*/ 212 w 423"/>
              <a:gd name="T5" fmla="*/ 424 h 424"/>
              <a:gd name="T6" fmla="*/ 423 w 423"/>
              <a:gd name="T7" fmla="*/ 212 h 424"/>
              <a:gd name="T8" fmla="*/ 212 w 423"/>
              <a:gd name="T9" fmla="*/ 0 h 424"/>
              <a:gd name="T10" fmla="*/ 212 w 423"/>
              <a:gd name="T11" fmla="*/ 386 h 424"/>
              <a:gd name="T12" fmla="*/ 38 w 423"/>
              <a:gd name="T13" fmla="*/ 212 h 424"/>
              <a:gd name="T14" fmla="*/ 212 w 423"/>
              <a:gd name="T15" fmla="*/ 38 h 424"/>
              <a:gd name="T16" fmla="*/ 386 w 423"/>
              <a:gd name="T17" fmla="*/ 212 h 424"/>
              <a:gd name="T18" fmla="*/ 212 w 423"/>
              <a:gd name="T19" fmla="*/ 386 h 424"/>
            </a:gdLst>
            <a:rect l="0" t="0" r="r" b="b"/>
            <a:pathLst>
              <a:path w="423" h="424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9" y="424"/>
                  <a:pt x="423" y="329"/>
                  <a:pt x="423" y="212"/>
                </a:cubicBezTo>
                <a:cubicBezTo>
                  <a:pt x="423" y="95"/>
                  <a:pt x="329" y="0"/>
                  <a:pt x="212" y="0"/>
                </a:cubicBezTo>
                <a:close/>
                <a:moveTo>
                  <a:pt x="212" y="386"/>
                </a:moveTo>
                <a:cubicBezTo>
                  <a:pt x="116" y="386"/>
                  <a:pt x="38" y="308"/>
                  <a:pt x="38" y="212"/>
                </a:cubicBezTo>
                <a:cubicBezTo>
                  <a:pt x="38" y="116"/>
                  <a:pt x="116" y="38"/>
                  <a:pt x="212" y="38"/>
                </a:cubicBezTo>
                <a:cubicBezTo>
                  <a:pt x="308" y="38"/>
                  <a:pt x="386" y="116"/>
                  <a:pt x="386" y="212"/>
                </a:cubicBezTo>
                <a:cubicBezTo>
                  <a:pt x="386" y="308"/>
                  <a:pt x="308" y="386"/>
                  <a:pt x="212" y="386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5537504" y="1231150"/>
            <a:ext cx="5981395" cy="6620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作物遺伝資源の保全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5537504" y="1874146"/>
            <a:ext cx="5981395" cy="1042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作物の遺伝資源の持続可能な管理方法
食料安全保障の向上
農業の持続可能性の向上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5194306" y="1697367"/>
            <a:ext cx="134408" cy="13468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5122686" y="1626299"/>
            <a:ext cx="277647" cy="276819"/>
          </a:xfrm>
          <a:custGeom>
            <a:avLst/>
            <a:gdLst>
              <a:gd name="T0" fmla="*/ 212 w 423"/>
              <a:gd name="T1" fmla="*/ 0 h 424"/>
              <a:gd name="T2" fmla="*/ 0 w 423"/>
              <a:gd name="T3" fmla="*/ 212 h 424"/>
              <a:gd name="T4" fmla="*/ 212 w 423"/>
              <a:gd name="T5" fmla="*/ 424 h 424"/>
              <a:gd name="T6" fmla="*/ 423 w 423"/>
              <a:gd name="T7" fmla="*/ 212 h 424"/>
              <a:gd name="T8" fmla="*/ 212 w 423"/>
              <a:gd name="T9" fmla="*/ 0 h 424"/>
              <a:gd name="T10" fmla="*/ 212 w 423"/>
              <a:gd name="T11" fmla="*/ 386 h 424"/>
              <a:gd name="T12" fmla="*/ 38 w 423"/>
              <a:gd name="T13" fmla="*/ 212 h 424"/>
              <a:gd name="T14" fmla="*/ 212 w 423"/>
              <a:gd name="T15" fmla="*/ 38 h 424"/>
              <a:gd name="T16" fmla="*/ 386 w 423"/>
              <a:gd name="T17" fmla="*/ 212 h 424"/>
              <a:gd name="T18" fmla="*/ 212 w 423"/>
              <a:gd name="T19" fmla="*/ 386 h 424"/>
            </a:gdLst>
            <a:rect l="0" t="0" r="r" b="b"/>
            <a:pathLst>
              <a:path w="423" h="424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9" y="424"/>
                  <a:pt x="423" y="329"/>
                  <a:pt x="423" y="212"/>
                </a:cubicBezTo>
                <a:cubicBezTo>
                  <a:pt x="423" y="95"/>
                  <a:pt x="329" y="0"/>
                  <a:pt x="212" y="0"/>
                </a:cubicBezTo>
                <a:close/>
                <a:moveTo>
                  <a:pt x="212" y="386"/>
                </a:moveTo>
                <a:cubicBezTo>
                  <a:pt x="116" y="386"/>
                  <a:pt x="38" y="308"/>
                  <a:pt x="38" y="212"/>
                </a:cubicBezTo>
                <a:cubicBezTo>
                  <a:pt x="38" y="116"/>
                  <a:pt x="116" y="38"/>
                  <a:pt x="212" y="38"/>
                </a:cubicBezTo>
                <a:cubicBezTo>
                  <a:pt x="308" y="38"/>
                  <a:pt x="386" y="116"/>
                  <a:pt x="386" y="212"/>
                </a:cubicBezTo>
                <a:cubicBezTo>
                  <a:pt x="386" y="308"/>
                  <a:pt x="308" y="386"/>
                  <a:pt x="212" y="38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5537504" y="4550583"/>
            <a:ext cx="5981395" cy="6620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生物多様性の保全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5537504" y="5193580"/>
            <a:ext cx="5981395" cy="1042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生物多様性が農業に与える影響の研究
持続可能な農業実現に向けたアプローチ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5194306" y="5016800"/>
            <a:ext cx="134408" cy="13468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5122686" y="4945732"/>
            <a:ext cx="277647" cy="276819"/>
          </a:xfrm>
          <a:custGeom>
            <a:avLst/>
            <a:gdLst>
              <a:gd name="T0" fmla="*/ 212 w 423"/>
              <a:gd name="T1" fmla="*/ 0 h 424"/>
              <a:gd name="T2" fmla="*/ 0 w 423"/>
              <a:gd name="T3" fmla="*/ 212 h 424"/>
              <a:gd name="T4" fmla="*/ 212 w 423"/>
              <a:gd name="T5" fmla="*/ 424 h 424"/>
              <a:gd name="T6" fmla="*/ 423 w 423"/>
              <a:gd name="T7" fmla="*/ 212 h 424"/>
              <a:gd name="T8" fmla="*/ 212 w 423"/>
              <a:gd name="T9" fmla="*/ 0 h 424"/>
              <a:gd name="T10" fmla="*/ 212 w 423"/>
              <a:gd name="T11" fmla="*/ 386 h 424"/>
              <a:gd name="T12" fmla="*/ 38 w 423"/>
              <a:gd name="T13" fmla="*/ 212 h 424"/>
              <a:gd name="T14" fmla="*/ 212 w 423"/>
              <a:gd name="T15" fmla="*/ 38 h 424"/>
              <a:gd name="T16" fmla="*/ 386 w 423"/>
              <a:gd name="T17" fmla="*/ 212 h 424"/>
              <a:gd name="T18" fmla="*/ 212 w 423"/>
              <a:gd name="T19" fmla="*/ 386 h 424"/>
            </a:gdLst>
            <a:rect l="0" t="0" r="r" b="b"/>
            <a:pathLst>
              <a:path w="423" h="424">
                <a:moveTo>
                  <a:pt x="212" y="0"/>
                </a:moveTo>
                <a:cubicBezTo>
                  <a:pt x="95" y="0"/>
                  <a:pt x="0" y="95"/>
                  <a:pt x="0" y="212"/>
                </a:cubicBezTo>
                <a:cubicBezTo>
                  <a:pt x="0" y="329"/>
                  <a:pt x="95" y="424"/>
                  <a:pt x="212" y="424"/>
                </a:cubicBezTo>
                <a:cubicBezTo>
                  <a:pt x="329" y="424"/>
                  <a:pt x="423" y="329"/>
                  <a:pt x="423" y="212"/>
                </a:cubicBezTo>
                <a:cubicBezTo>
                  <a:pt x="423" y="95"/>
                  <a:pt x="329" y="0"/>
                  <a:pt x="212" y="0"/>
                </a:cubicBezTo>
                <a:close/>
                <a:moveTo>
                  <a:pt x="212" y="386"/>
                </a:moveTo>
                <a:cubicBezTo>
                  <a:pt x="116" y="386"/>
                  <a:pt x="38" y="308"/>
                  <a:pt x="38" y="212"/>
                </a:cubicBezTo>
                <a:cubicBezTo>
                  <a:pt x="38" y="116"/>
                  <a:pt x="116" y="38"/>
                  <a:pt x="212" y="38"/>
                </a:cubicBezTo>
                <a:cubicBezTo>
                  <a:pt x="308" y="38"/>
                  <a:pt x="386" y="116"/>
                  <a:pt x="386" y="212"/>
                </a:cubicBezTo>
                <a:cubicBezTo>
                  <a:pt x="386" y="308"/>
                  <a:pt x="308" y="386"/>
                  <a:pt x="212" y="38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 flipH="0" flipV="0">
            <a:off x="-786090" y="2791315"/>
            <a:ext cx="1669862" cy="5030824"/>
          </a:xfrm>
          <a:custGeom>
            <a:avLst/>
            <a:gdLst>
              <a:gd name="T0" fmla="*/ 248 w 491"/>
              <a:gd name="T1" fmla="*/ 0 h 1482"/>
              <a:gd name="T2" fmla="*/ 6 w 491"/>
              <a:gd name="T3" fmla="*/ 226 h 1482"/>
              <a:gd name="T4" fmla="*/ 0 w 491"/>
              <a:gd name="T5" fmla="*/ 289 h 1482"/>
              <a:gd name="T6" fmla="*/ 0 w 491"/>
              <a:gd name="T7" fmla="*/ 299 h 1482"/>
              <a:gd name="T8" fmla="*/ 0 w 491"/>
              <a:gd name="T9" fmla="*/ 1440 h 1482"/>
              <a:gd name="T10" fmla="*/ 43 w 491"/>
              <a:gd name="T11" fmla="*/ 1482 h 1482"/>
              <a:gd name="T12" fmla="*/ 86 w 491"/>
              <a:gd name="T13" fmla="*/ 1440 h 1482"/>
              <a:gd name="T14" fmla="*/ 85 w 491"/>
              <a:gd name="T15" fmla="*/ 422 h 1482"/>
              <a:gd name="T16" fmla="*/ 248 w 491"/>
              <a:gd name="T17" fmla="*/ 485 h 1482"/>
              <a:gd name="T18" fmla="*/ 491 w 491"/>
              <a:gd name="T19" fmla="*/ 243 h 1482"/>
              <a:gd name="T20" fmla="*/ 248 w 491"/>
              <a:gd name="T21" fmla="*/ 0 h 1482"/>
              <a:gd name="T22" fmla="*/ 248 w 491"/>
              <a:gd name="T23" fmla="*/ 410 h 1482"/>
              <a:gd name="T24" fmla="*/ 85 w 491"/>
              <a:gd name="T25" fmla="*/ 282 h 1482"/>
              <a:gd name="T26" fmla="*/ 81 w 491"/>
              <a:gd name="T27" fmla="*/ 226 h 1482"/>
              <a:gd name="T28" fmla="*/ 248 w 491"/>
              <a:gd name="T29" fmla="*/ 75 h 1482"/>
              <a:gd name="T30" fmla="*/ 416 w 491"/>
              <a:gd name="T31" fmla="*/ 243 h 1482"/>
              <a:gd name="T32" fmla="*/ 248 w 491"/>
              <a:gd name="T33" fmla="*/ 410 h 1482"/>
            </a:gdLst>
            <a:rect l="0" t="0" r="r" b="b"/>
            <a:pathLst>
              <a:path w="491" h="1482">
                <a:moveTo>
                  <a:pt x="248" y="0"/>
                </a:moveTo>
                <a:cubicBezTo>
                  <a:pt x="120" y="0"/>
                  <a:pt x="15" y="100"/>
                  <a:pt x="6" y="226"/>
                </a:cubicBezTo>
                <a:cubicBezTo>
                  <a:pt x="6" y="226"/>
                  <a:pt x="1" y="266"/>
                  <a:pt x="0" y="289"/>
                </a:cubicBezTo>
                <a:cubicBezTo>
                  <a:pt x="0" y="292"/>
                  <a:pt x="0" y="295"/>
                  <a:pt x="0" y="299"/>
                </a:cubicBezTo>
                <a:cubicBezTo>
                  <a:pt x="0" y="533"/>
                  <a:pt x="0" y="1414"/>
                  <a:pt x="0" y="1440"/>
                </a:cubicBezTo>
                <a:cubicBezTo>
                  <a:pt x="1" y="1463"/>
                  <a:pt x="20" y="1482"/>
                  <a:pt x="43" y="1482"/>
                </a:cubicBezTo>
                <a:cubicBezTo>
                  <a:pt x="66" y="1482"/>
                  <a:pt x="85" y="1463"/>
                  <a:pt x="86" y="1440"/>
                </a:cubicBezTo>
                <a:cubicBezTo>
                  <a:pt x="86" y="1419"/>
                  <a:pt x="85" y="616"/>
                  <a:pt x="85" y="422"/>
                </a:cubicBezTo>
                <a:cubicBezTo>
                  <a:pt x="128" y="461"/>
                  <a:pt x="185" y="485"/>
                  <a:pt x="248" y="485"/>
                </a:cubicBezTo>
                <a:cubicBezTo>
                  <a:pt x="382" y="485"/>
                  <a:pt x="491" y="377"/>
                  <a:pt x="491" y="243"/>
                </a:cubicBezTo>
                <a:cubicBezTo>
                  <a:pt x="491" y="109"/>
                  <a:pt x="382" y="0"/>
                  <a:pt x="248" y="0"/>
                </a:cubicBezTo>
                <a:moveTo>
                  <a:pt x="248" y="410"/>
                </a:moveTo>
                <a:cubicBezTo>
                  <a:pt x="169" y="410"/>
                  <a:pt x="103" y="356"/>
                  <a:pt x="85" y="282"/>
                </a:cubicBezTo>
                <a:cubicBezTo>
                  <a:pt x="79" y="250"/>
                  <a:pt x="81" y="226"/>
                  <a:pt x="81" y="226"/>
                </a:cubicBezTo>
                <a:cubicBezTo>
                  <a:pt x="89" y="141"/>
                  <a:pt x="161" y="75"/>
                  <a:pt x="248" y="75"/>
                </a:cubicBezTo>
                <a:cubicBezTo>
                  <a:pt x="341" y="75"/>
                  <a:pt x="416" y="150"/>
                  <a:pt x="416" y="243"/>
                </a:cubicBezTo>
                <a:cubicBezTo>
                  <a:pt x="416" y="335"/>
                  <a:pt x="341" y="410"/>
                  <a:pt x="248" y="41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sq">
            <a:noFill/>
            <a:round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 flipH="0" flipV="0">
            <a:off x="-783434" y="82819"/>
            <a:ext cx="1667207" cy="5028167"/>
          </a:xfrm>
          <a:custGeom>
            <a:avLst/>
            <a:gdLst>
              <a:gd name="T0" fmla="*/ 0 w 491"/>
              <a:gd name="T1" fmla="*/ 243 h 1482"/>
              <a:gd name="T2" fmla="*/ 243 w 491"/>
              <a:gd name="T3" fmla="*/ 485 h 1482"/>
              <a:gd name="T4" fmla="*/ 406 w 491"/>
              <a:gd name="T5" fmla="*/ 422 h 1482"/>
              <a:gd name="T6" fmla="*/ 406 w 491"/>
              <a:gd name="T7" fmla="*/ 1440 h 1482"/>
              <a:gd name="T8" fmla="*/ 448 w 491"/>
              <a:gd name="T9" fmla="*/ 1482 h 1482"/>
              <a:gd name="T10" fmla="*/ 491 w 491"/>
              <a:gd name="T11" fmla="*/ 1440 h 1482"/>
              <a:gd name="T12" fmla="*/ 491 w 491"/>
              <a:gd name="T13" fmla="*/ 299 h 1482"/>
              <a:gd name="T14" fmla="*/ 491 w 491"/>
              <a:gd name="T15" fmla="*/ 289 h 1482"/>
              <a:gd name="T16" fmla="*/ 485 w 491"/>
              <a:gd name="T17" fmla="*/ 226 h 1482"/>
              <a:gd name="T18" fmla="*/ 243 w 491"/>
              <a:gd name="T19" fmla="*/ 0 h 1482"/>
              <a:gd name="T20" fmla="*/ 0 w 491"/>
              <a:gd name="T21" fmla="*/ 243 h 1482"/>
              <a:gd name="T22" fmla="*/ 75 w 491"/>
              <a:gd name="T23" fmla="*/ 243 h 1482"/>
              <a:gd name="T24" fmla="*/ 243 w 491"/>
              <a:gd name="T25" fmla="*/ 75 h 1482"/>
              <a:gd name="T26" fmla="*/ 410 w 491"/>
              <a:gd name="T27" fmla="*/ 226 h 1482"/>
              <a:gd name="T28" fmla="*/ 406 w 491"/>
              <a:gd name="T29" fmla="*/ 283 h 1482"/>
              <a:gd name="T30" fmla="*/ 243 w 491"/>
              <a:gd name="T31" fmla="*/ 410 h 1482"/>
              <a:gd name="T32" fmla="*/ 75 w 491"/>
              <a:gd name="T33" fmla="*/ 243 h 1482"/>
            </a:gdLst>
            <a:rect l="0" t="0" r="r" b="b"/>
            <a:pathLst>
              <a:path w="491" h="1482">
                <a:moveTo>
                  <a:pt x="0" y="243"/>
                </a:moveTo>
                <a:cubicBezTo>
                  <a:pt x="0" y="377"/>
                  <a:pt x="109" y="485"/>
                  <a:pt x="243" y="485"/>
                </a:cubicBezTo>
                <a:cubicBezTo>
                  <a:pt x="306" y="485"/>
                  <a:pt x="363" y="461"/>
                  <a:pt x="406" y="422"/>
                </a:cubicBezTo>
                <a:cubicBezTo>
                  <a:pt x="406" y="616"/>
                  <a:pt x="406" y="1419"/>
                  <a:pt x="406" y="1440"/>
                </a:cubicBezTo>
                <a:cubicBezTo>
                  <a:pt x="406" y="1463"/>
                  <a:pt x="425" y="1482"/>
                  <a:pt x="448" y="1482"/>
                </a:cubicBezTo>
                <a:cubicBezTo>
                  <a:pt x="472" y="1482"/>
                  <a:pt x="491" y="1463"/>
                  <a:pt x="491" y="1440"/>
                </a:cubicBezTo>
                <a:cubicBezTo>
                  <a:pt x="491" y="1414"/>
                  <a:pt x="491" y="533"/>
                  <a:pt x="491" y="299"/>
                </a:cubicBezTo>
                <a:cubicBezTo>
                  <a:pt x="491" y="295"/>
                  <a:pt x="491" y="292"/>
                  <a:pt x="491" y="289"/>
                </a:cubicBezTo>
                <a:cubicBezTo>
                  <a:pt x="490" y="266"/>
                  <a:pt x="485" y="226"/>
                  <a:pt x="485" y="226"/>
                </a:cubicBezTo>
                <a:cubicBezTo>
                  <a:pt x="476" y="100"/>
                  <a:pt x="371" y="0"/>
                  <a:pt x="243" y="0"/>
                </a:cubicBezTo>
                <a:cubicBezTo>
                  <a:pt x="109" y="0"/>
                  <a:pt x="0" y="109"/>
                  <a:pt x="0" y="243"/>
                </a:cubicBezTo>
                <a:moveTo>
                  <a:pt x="75" y="243"/>
                </a:moveTo>
                <a:cubicBezTo>
                  <a:pt x="75" y="150"/>
                  <a:pt x="150" y="75"/>
                  <a:pt x="243" y="75"/>
                </a:cubicBezTo>
                <a:cubicBezTo>
                  <a:pt x="330" y="75"/>
                  <a:pt x="402" y="141"/>
                  <a:pt x="410" y="226"/>
                </a:cubicBezTo>
                <a:cubicBezTo>
                  <a:pt x="410" y="226"/>
                  <a:pt x="412" y="250"/>
                  <a:pt x="406" y="283"/>
                </a:cubicBezTo>
                <a:cubicBezTo>
                  <a:pt x="388" y="356"/>
                  <a:pt x="322" y="410"/>
                  <a:pt x="243" y="410"/>
                </a:cubicBezTo>
                <a:cubicBezTo>
                  <a:pt x="150" y="410"/>
                  <a:pt x="75" y="335"/>
                  <a:pt x="75" y="243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sq">
            <a:noFill/>
            <a:round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5400000" flipH="0" flipV="0">
            <a:off x="266535" y="-322833"/>
            <a:ext cx="1667207" cy="7170582"/>
          </a:xfrm>
          <a:custGeom>
            <a:avLst/>
            <a:gdLst>
              <a:gd name="T0" fmla="*/ 0 w 491"/>
              <a:gd name="T1" fmla="*/ 242 h 2113"/>
              <a:gd name="T2" fmla="*/ 243 w 491"/>
              <a:gd name="T3" fmla="*/ 485 h 2113"/>
              <a:gd name="T4" fmla="*/ 406 w 491"/>
              <a:gd name="T5" fmla="*/ 422 h 2113"/>
              <a:gd name="T6" fmla="*/ 405 w 491"/>
              <a:gd name="T7" fmla="*/ 2071 h 2113"/>
              <a:gd name="T8" fmla="*/ 448 w 491"/>
              <a:gd name="T9" fmla="*/ 2113 h 2113"/>
              <a:gd name="T10" fmla="*/ 491 w 491"/>
              <a:gd name="T11" fmla="*/ 2071 h 2113"/>
              <a:gd name="T12" fmla="*/ 491 w 491"/>
              <a:gd name="T13" fmla="*/ 298 h 2113"/>
              <a:gd name="T14" fmla="*/ 491 w 491"/>
              <a:gd name="T15" fmla="*/ 288 h 2113"/>
              <a:gd name="T16" fmla="*/ 484 w 491"/>
              <a:gd name="T17" fmla="*/ 226 h 2113"/>
              <a:gd name="T18" fmla="*/ 243 w 491"/>
              <a:gd name="T19" fmla="*/ 0 h 2113"/>
              <a:gd name="T20" fmla="*/ 0 w 491"/>
              <a:gd name="T21" fmla="*/ 242 h 2113"/>
              <a:gd name="T22" fmla="*/ 75 w 491"/>
              <a:gd name="T23" fmla="*/ 242 h 2113"/>
              <a:gd name="T24" fmla="*/ 243 w 491"/>
              <a:gd name="T25" fmla="*/ 75 h 2113"/>
              <a:gd name="T26" fmla="*/ 410 w 491"/>
              <a:gd name="T27" fmla="*/ 226 h 2113"/>
              <a:gd name="T28" fmla="*/ 406 w 491"/>
              <a:gd name="T29" fmla="*/ 282 h 2113"/>
              <a:gd name="T30" fmla="*/ 243 w 491"/>
              <a:gd name="T31" fmla="*/ 410 h 2113"/>
              <a:gd name="T32" fmla="*/ 75 w 491"/>
              <a:gd name="T33" fmla="*/ 242 h 2113"/>
            </a:gdLst>
            <a:rect l="0" t="0" r="r" b="b"/>
            <a:pathLst>
              <a:path w="491" h="2113">
                <a:moveTo>
                  <a:pt x="0" y="242"/>
                </a:moveTo>
                <a:cubicBezTo>
                  <a:pt x="0" y="376"/>
                  <a:pt x="109" y="485"/>
                  <a:pt x="243" y="485"/>
                </a:cubicBezTo>
                <a:cubicBezTo>
                  <a:pt x="305" y="485"/>
                  <a:pt x="363" y="461"/>
                  <a:pt x="406" y="422"/>
                </a:cubicBezTo>
                <a:cubicBezTo>
                  <a:pt x="406" y="616"/>
                  <a:pt x="405" y="2050"/>
                  <a:pt x="405" y="2071"/>
                </a:cubicBezTo>
                <a:cubicBezTo>
                  <a:pt x="406" y="2094"/>
                  <a:pt x="425" y="2113"/>
                  <a:pt x="448" y="2113"/>
                </a:cubicBezTo>
                <a:cubicBezTo>
                  <a:pt x="471" y="2113"/>
                  <a:pt x="490" y="2094"/>
                  <a:pt x="491" y="2071"/>
                </a:cubicBezTo>
                <a:cubicBezTo>
                  <a:pt x="491" y="2045"/>
                  <a:pt x="491" y="533"/>
                  <a:pt x="491" y="298"/>
                </a:cubicBezTo>
                <a:cubicBezTo>
                  <a:pt x="491" y="295"/>
                  <a:pt x="491" y="292"/>
                  <a:pt x="491" y="288"/>
                </a:cubicBezTo>
                <a:cubicBezTo>
                  <a:pt x="490" y="266"/>
                  <a:pt x="484" y="226"/>
                  <a:pt x="484" y="226"/>
                </a:cubicBezTo>
                <a:cubicBezTo>
                  <a:pt x="476" y="100"/>
                  <a:pt x="371" y="0"/>
                  <a:pt x="243" y="0"/>
                </a:cubicBezTo>
                <a:cubicBezTo>
                  <a:pt x="109" y="0"/>
                  <a:pt x="0" y="108"/>
                  <a:pt x="0" y="242"/>
                </a:cubicBezTo>
                <a:close/>
                <a:moveTo>
                  <a:pt x="75" y="242"/>
                </a:moveTo>
                <a:cubicBezTo>
                  <a:pt x="75" y="150"/>
                  <a:pt x="150" y="75"/>
                  <a:pt x="243" y="75"/>
                </a:cubicBezTo>
                <a:cubicBezTo>
                  <a:pt x="330" y="75"/>
                  <a:pt x="401" y="141"/>
                  <a:pt x="410" y="226"/>
                </a:cubicBezTo>
                <a:cubicBezTo>
                  <a:pt x="410" y="226"/>
                  <a:pt x="412" y="250"/>
                  <a:pt x="406" y="282"/>
                </a:cubicBezTo>
                <a:cubicBezTo>
                  <a:pt x="388" y="356"/>
                  <a:pt x="321" y="410"/>
                  <a:pt x="243" y="410"/>
                </a:cubicBezTo>
                <a:cubicBezTo>
                  <a:pt x="150" y="410"/>
                  <a:pt x="75" y="335"/>
                  <a:pt x="75" y="242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round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1432664" y="2320717"/>
            <a:ext cx="605292" cy="529924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sq">
            <a:noFill/>
            <a:round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1444259" y="5006845"/>
            <a:ext cx="582102" cy="605292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sq">
            <a:noFill/>
            <a:round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3604042" y="2959812"/>
            <a:ext cx="530011" cy="605292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1" flipV="0">
            <a:off x="0" y="0"/>
            <a:ext cx="1008000" cy="1008000"/>
          </a:xfrm>
          <a:custGeom>
            <a:avLst/>
            <a:gdLst>
              <a:gd name="connsiteX0" fmla="*/ 1008000 w 1008000"/>
              <a:gd name="connsiteY0" fmla="*/ 0 h 1008000"/>
              <a:gd name="connsiteX1" fmla="*/ 870392 w 1008000"/>
              <a:gd name="connsiteY1" fmla="*/ 0 h 1008000"/>
              <a:gd name="connsiteX2" fmla="*/ 713360 w 1008000"/>
              <a:gd name="connsiteY2" fmla="*/ 0 h 1008000"/>
              <a:gd name="connsiteX3" fmla="*/ 48404 w 1008000"/>
              <a:gd name="connsiteY3" fmla="*/ 0 h 1008000"/>
              <a:gd name="connsiteX4" fmla="*/ 14261 w 1008000"/>
              <a:gd name="connsiteY4" fmla="*/ 82628 h 1008000"/>
              <a:gd name="connsiteX5" fmla="*/ 765717 w 1008000"/>
              <a:gd name="connsiteY5" fmla="*/ 836017 h 1008000"/>
              <a:gd name="connsiteX6" fmla="*/ 772508 w 1008000"/>
              <a:gd name="connsiteY6" fmla="*/ 841197 h 1008000"/>
              <a:gd name="connsiteX7" fmla="*/ 776419 w 1008000"/>
              <a:gd name="connsiteY7" fmla="*/ 844157 h 1008000"/>
              <a:gd name="connsiteX8" fmla="*/ 925586 w 1008000"/>
              <a:gd name="connsiteY8" fmla="*/ 993725 h 1008000"/>
              <a:gd name="connsiteX9" fmla="*/ 1008000 w 1008000"/>
              <a:gd name="connsiteY9" fmla="*/ 959508 h 1008000"/>
              <a:gd name="connsiteX10" fmla="*/ 1008000 w 1008000"/>
              <a:gd name="connsiteY10" fmla="*/ 294640 h 1008000"/>
              <a:gd name="connsiteX11" fmla="*/ 1008000 w 1008000"/>
              <a:gd name="connsiteY11" fmla="*/ 137994 h 1008000"/>
            </a:gdLst>
            <a:rect l="l" t="t" r="r" b="b"/>
            <a:pathLst>
              <a:path w="1008000" h="1008000">
                <a:moveTo>
                  <a:pt x="1008000" y="0"/>
                </a:moveTo>
                <a:lnTo>
                  <a:pt x="870392" y="0"/>
                </a:lnTo>
                <a:lnTo>
                  <a:pt x="713360" y="0"/>
                </a:lnTo>
                <a:lnTo>
                  <a:pt x="48404" y="0"/>
                </a:lnTo>
                <a:cubicBezTo>
                  <a:pt x="5389" y="0"/>
                  <a:pt x="-16207" y="52140"/>
                  <a:pt x="14261" y="82628"/>
                </a:cubicBezTo>
                <a:lnTo>
                  <a:pt x="765717" y="836017"/>
                </a:lnTo>
                <a:cubicBezTo>
                  <a:pt x="767729" y="838052"/>
                  <a:pt x="770016" y="839795"/>
                  <a:pt x="772508" y="841197"/>
                </a:cubicBezTo>
                <a:cubicBezTo>
                  <a:pt x="773944" y="841993"/>
                  <a:pt x="775262" y="842990"/>
                  <a:pt x="776419" y="844157"/>
                </a:cubicBezTo>
                <a:lnTo>
                  <a:pt x="925586" y="993725"/>
                </a:lnTo>
                <a:cubicBezTo>
                  <a:pt x="955995" y="1024227"/>
                  <a:pt x="1008000" y="1002605"/>
                  <a:pt x="1008000" y="959508"/>
                </a:cubicBezTo>
                <a:lnTo>
                  <a:pt x="1008000" y="294640"/>
                </a:lnTo>
                <a:lnTo>
                  <a:pt x="1008000" y="137994"/>
                </a:lnTo>
                <a:close/>
              </a:path>
            </a:pathLst>
          </a:custGeom>
          <a:solidFill>
            <a:schemeClr val="accent1"/>
          </a:solidFill>
          <a:ln w="3584" cap="flat">
            <a:noFill/>
            <a:miter/>
          </a:ln>
          <a:effectLst>
            <a:outerShdw dist="190500" blurRad="317500" dir="8100000" sx="100000" sy="100000" kx="0" ky="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855292" y="420464"/>
            <a:ext cx="10567087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研究テーマ別成果</a:t>
            </a:r>
            <a:endParaRPr kumimoji="1" lang="zh-CN" alt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1" flipV="0">
            <a:off x="-1" y="0"/>
            <a:ext cx="8087262" cy="6858000"/>
          </a:xfrm>
          <a:custGeom>
            <a:avLst/>
            <a:gdLst>
              <a:gd name="connsiteX0" fmla="*/ 5291115 w 8087262"/>
              <a:gd name="connsiteY0" fmla="*/ 0 h 6858000"/>
              <a:gd name="connsiteX1" fmla="*/ 8087262 w 8087262"/>
              <a:gd name="connsiteY1" fmla="*/ 0 h 6858000"/>
              <a:gd name="connsiteX2" fmla="*/ 8087262 w 8087262"/>
              <a:gd name="connsiteY2" fmla="*/ 6858000 h 6858000"/>
              <a:gd name="connsiteX3" fmla="*/ 0 w 8087262"/>
              <a:gd name="connsiteY3" fmla="*/ 6858000 h 6858000"/>
              <a:gd name="connsiteX4" fmla="*/ 63641 w 8087262"/>
              <a:gd name="connsiteY4" fmla="*/ 6821686 h 6858000"/>
              <a:gd name="connsiteX5" fmla="*/ 600612 w 8087262"/>
              <a:gd name="connsiteY5" fmla="*/ 6619875 h 6858000"/>
              <a:gd name="connsiteX6" fmla="*/ 1829337 w 8087262"/>
              <a:gd name="connsiteY6" fmla="*/ 6448425 h 6858000"/>
              <a:gd name="connsiteX7" fmla="*/ 2553237 w 8087262"/>
              <a:gd name="connsiteY7" fmla="*/ 4657725 h 6858000"/>
              <a:gd name="connsiteX8" fmla="*/ 4477287 w 8087262"/>
              <a:gd name="connsiteY8" fmla="*/ 3876675 h 6858000"/>
              <a:gd name="connsiteX9" fmla="*/ 4582062 w 8087262"/>
              <a:gd name="connsiteY9" fmla="*/ 942975 h 6858000"/>
              <a:gd name="connsiteX10" fmla="*/ 5267862 w 8087262"/>
              <a:gd name="connsiteY10" fmla="*/ 19050 h 6858000"/>
            </a:gdLst>
            <a:rect l="l" t="t" r="r" b="b"/>
            <a:pathLst>
              <a:path w="8087262" h="6858000">
                <a:moveTo>
                  <a:pt x="5291115" y="0"/>
                </a:moveTo>
                <a:lnTo>
                  <a:pt x="8087262" y="0"/>
                </a:lnTo>
                <a:lnTo>
                  <a:pt x="8087262" y="6858000"/>
                </a:lnTo>
                <a:lnTo>
                  <a:pt x="0" y="6858000"/>
                </a:lnTo>
                <a:lnTo>
                  <a:pt x="63641" y="6821686"/>
                </a:lnTo>
                <a:cubicBezTo>
                  <a:pt x="220803" y="6743303"/>
                  <a:pt x="439481" y="6670675"/>
                  <a:pt x="600612" y="6619875"/>
                </a:cubicBezTo>
                <a:cubicBezTo>
                  <a:pt x="922875" y="6518275"/>
                  <a:pt x="1503900" y="6775450"/>
                  <a:pt x="1829337" y="6448425"/>
                </a:cubicBezTo>
                <a:cubicBezTo>
                  <a:pt x="2154774" y="6121400"/>
                  <a:pt x="2111913" y="5086350"/>
                  <a:pt x="2553237" y="4657725"/>
                </a:cubicBezTo>
                <a:cubicBezTo>
                  <a:pt x="2994562" y="4229100"/>
                  <a:pt x="4139150" y="4495800"/>
                  <a:pt x="4477287" y="3876675"/>
                </a:cubicBezTo>
                <a:cubicBezTo>
                  <a:pt x="4815424" y="3257550"/>
                  <a:pt x="4313775" y="1689100"/>
                  <a:pt x="4582062" y="942975"/>
                </a:cubicBezTo>
                <a:cubicBezTo>
                  <a:pt x="4716205" y="569913"/>
                  <a:pt x="4980921" y="269081"/>
                  <a:pt x="5267862" y="1905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1" flipV="1">
            <a:off x="0" y="2203858"/>
            <a:ext cx="4985365" cy="4654141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0083930" y="0"/>
            <a:ext cx="2108070" cy="1580000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0994332" y="638212"/>
            <a:ext cx="537267" cy="390488"/>
          </a:xfrm>
          <a:custGeom>
            <a:avLst/>
            <a:gd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6" name=""/>
          <p:cNvGrpSpPr/>
          <p:nvPr/>
        </p:nvGrpSpPr>
        <p:grpSpPr>
          <a:xfrm>
            <a:off x="673099" y="766714"/>
            <a:ext cx="485974" cy="133484"/>
            <a:chOff x="673099" y="766714"/>
            <a:chExt cx="485974" cy="133484"/>
          </a:xfrm>
        </p:grpSpPr>
        <p:sp>
          <p:nvSpPr>
            <p:cNvPr id="7" name="标题 1"/>
            <p:cNvSpPr txBox="1"/>
            <p:nvPr/>
          </p:nvSpPr>
          <p:spPr>
            <a:xfrm rot="0" flipH="0" flipV="0">
              <a:off x="67309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 rot="0" flipH="0" flipV="0">
              <a:off x="849344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rot="0" flipH="0" flipV="0">
              <a:off x="102558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0" name="标题 1"/>
          <p:cNvSpPr txBox="1"/>
          <p:nvPr/>
        </p:nvSpPr>
        <p:spPr>
          <a:xfrm rot="0" flipH="0" flipV="0">
            <a:off x="6542636" y="-28575"/>
            <a:ext cx="2601363" cy="3703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6F6ADE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05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268903" y="1703028"/>
            <a:ext cx="574483" cy="574483"/>
          </a:xfrm>
          <a:prstGeom prst="ellipse">
            <a:avLst/>
          </a:prstGeom>
          <a:solidFill>
            <a:schemeClr val="accent2"/>
          </a:solidFill>
          <a:ln w="12700" cap="flat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dist="127000" blurRad="228600" dir="3600003" sx="100000" sy="100000" kx="0" ky="0" algn="b" rotWithShape="0">
              <a:schemeClr val="accent2">
                <a:alpha val="25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359233" y="1793358"/>
            <a:ext cx="393823" cy="393823"/>
          </a:xfrm>
          <a:prstGeom prst="plus">
            <a:avLst>
              <a:gd name="adj" fmla="val 38883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532596" y="4105275"/>
            <a:ext cx="4770404" cy="21489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1" flipV="0">
            <a:off x="-566879" y="942975"/>
            <a:ext cx="6888688" cy="688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0" flipH="0" flipV="0">
            <a:off x="6542635" y="3727568"/>
            <a:ext cx="4981191" cy="247320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海外での活動</a:t>
            </a:r>
            <a:endParaRPr kumimoji="1" lang="zh-CN" alt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6200000" flipH="1" flipV="0">
            <a:off x="3671937" y="-2303414"/>
            <a:ext cx="5489477" cy="12833351"/>
          </a:xfrm>
          <a:custGeom>
            <a:avLst/>
            <a:gdLst>
              <a:gd name="connsiteX0" fmla="*/ 0 w 1841629"/>
              <a:gd name="connsiteY0" fmla="*/ 4100868 h 4100868"/>
              <a:gd name="connsiteX1" fmla="*/ 1841629 w 1841629"/>
              <a:gd name="connsiteY1" fmla="*/ 4100868 h 4100868"/>
              <a:gd name="connsiteX2" fmla="*/ 1841629 w 1841629"/>
              <a:gd name="connsiteY2" fmla="*/ 0 h 4100868"/>
              <a:gd name="connsiteX3" fmla="*/ 1833126 w 1841629"/>
              <a:gd name="connsiteY3" fmla="*/ 14124 h 4100868"/>
              <a:gd name="connsiteX4" fmla="*/ 1666711 w 1841629"/>
              <a:gd name="connsiteY4" fmla="*/ 404476 h 4100868"/>
              <a:gd name="connsiteX5" fmla="*/ 1579654 w 1841629"/>
              <a:gd name="connsiteY5" fmla="*/ 3338176 h 4100868"/>
              <a:gd name="connsiteX6" fmla="*/ 56258 w 1841629"/>
              <a:gd name="connsiteY6" fmla="*/ 4046621 h 4100868"/>
            </a:gdLst>
            <a:rect l="l" t="t" r="r" b="b"/>
            <a:pathLst>
              <a:path w="1841629" h="4100868">
                <a:moveTo>
                  <a:pt x="0" y="4100868"/>
                </a:moveTo>
                <a:lnTo>
                  <a:pt x="1841629" y="4100868"/>
                </a:lnTo>
                <a:lnTo>
                  <a:pt x="1841629" y="0"/>
                </a:lnTo>
                <a:lnTo>
                  <a:pt x="1833126" y="14124"/>
                </a:lnTo>
                <a:cubicBezTo>
                  <a:pt x="1765563" y="134837"/>
                  <a:pt x="1708509" y="264578"/>
                  <a:pt x="1666711" y="404476"/>
                </a:cubicBezTo>
                <a:cubicBezTo>
                  <a:pt x="1443792" y="1150601"/>
                  <a:pt x="1860612" y="2719051"/>
                  <a:pt x="1579654" y="3338176"/>
                </a:cubicBezTo>
                <a:cubicBezTo>
                  <a:pt x="1316256" y="3918606"/>
                  <a:pt x="463920" y="3720478"/>
                  <a:pt x="56258" y="40466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49000"/>
                </a:schemeClr>
              </a:gs>
              <a:gs pos="70000">
                <a:schemeClr val="accent1">
                  <a:lumMod val="90000"/>
                  <a:alpha val="46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0400" y="5324199"/>
            <a:ext cx="10858500" cy="72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16200000" flipH="0" flipV="0">
            <a:off x="4355300" y="1868201"/>
            <a:ext cx="3456000" cy="345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4643300" y="3509525"/>
            <a:ext cx="2880000" cy="16361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アジア地域の農業開発プロジェクトへの参加
現地の農業技術の向上
農民の生活改善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4643300" y="2794359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アジア地域での活動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5887458" y="2263712"/>
            <a:ext cx="391685" cy="447317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tx1"/>
          </a:solidFill>
          <a:ln w="12700" cap="sq">
            <a:noFill/>
            <a:miter/>
          </a:ln>
        </p:spPr>
        <p:txBody>
          <a:bodyPr vert="horz" wrap="square" lIns="38090" tIns="38090" rIns="38090" bIns="3809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1009558" y="3509525"/>
            <a:ext cx="2880000" cy="16361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国際協力機構（JICA）および農林水産省での勤務経験
二国間・多国間国際協力のマネジメント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1009558" y="2794359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職務経験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8289742" y="3509525"/>
            <a:ext cx="2880000" cy="16361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国際植物遺伝資源研究所との共同研究
農民にとっての作物の変異の意味づけに関する調査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289742" y="2794359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ネパールでの研究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2234468" y="2263712"/>
            <a:ext cx="430180" cy="447317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tx1"/>
          </a:solidFill>
          <a:ln w="12700" cap="sq">
            <a:noFill/>
            <a:miter/>
          </a:ln>
        </p:spPr>
        <p:txBody>
          <a:bodyPr vert="horz" wrap="square" lIns="38090" tIns="38090" rIns="38090" bIns="3809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9506084" y="2302373"/>
            <a:ext cx="447317" cy="369994"/>
          </a:xfrm>
          <a:custGeom>
            <a:avLst/>
            <a:gdLst>
              <a:gd name="connsiteX0" fmla="*/ 153878 w 870468"/>
              <a:gd name="connsiteY0" fmla="*/ 353026 h 720000"/>
              <a:gd name="connsiteX1" fmla="*/ 449972 w 870468"/>
              <a:gd name="connsiteY1" fmla="*/ 353026 h 720000"/>
              <a:gd name="connsiteX2" fmla="*/ 489985 w 870468"/>
              <a:gd name="connsiteY2" fmla="*/ 393039 h 720000"/>
              <a:gd name="connsiteX3" fmla="*/ 449972 w 870468"/>
              <a:gd name="connsiteY3" fmla="*/ 433051 h 720000"/>
              <a:gd name="connsiteX4" fmla="*/ 153878 w 870468"/>
              <a:gd name="connsiteY4" fmla="*/ 433051 h 720000"/>
              <a:gd name="connsiteX5" fmla="*/ 113865 w 870468"/>
              <a:gd name="connsiteY5" fmla="*/ 393039 h 720000"/>
              <a:gd name="connsiteX6" fmla="*/ 153878 w 870468"/>
              <a:gd name="connsiteY6" fmla="*/ 353026 h 720000"/>
              <a:gd name="connsiteX7" fmla="*/ 68708 w 870468"/>
              <a:gd name="connsiteY7" fmla="*/ 275858 h 720000"/>
              <a:gd name="connsiteX8" fmla="*/ 68708 w 870468"/>
              <a:gd name="connsiteY8" fmla="*/ 603735 h 720000"/>
              <a:gd name="connsiteX9" fmla="*/ 116266 w 870468"/>
              <a:gd name="connsiteY9" fmla="*/ 651293 h 720000"/>
              <a:gd name="connsiteX10" fmla="*/ 598821 w 870468"/>
              <a:gd name="connsiteY10" fmla="*/ 651293 h 720000"/>
              <a:gd name="connsiteX11" fmla="*/ 754317 w 870468"/>
              <a:gd name="connsiteY11" fmla="*/ 651293 h 720000"/>
              <a:gd name="connsiteX12" fmla="*/ 801875 w 870468"/>
              <a:gd name="connsiteY12" fmla="*/ 603735 h 720000"/>
              <a:gd name="connsiteX13" fmla="*/ 801875 w 870468"/>
              <a:gd name="connsiteY13" fmla="*/ 275858 h 720000"/>
              <a:gd name="connsiteX14" fmla="*/ 598821 w 870468"/>
              <a:gd name="connsiteY14" fmla="*/ 275858 h 720000"/>
              <a:gd name="connsiteX15" fmla="*/ 116266 w 870468"/>
              <a:gd name="connsiteY15" fmla="*/ 68593 h 720000"/>
              <a:gd name="connsiteX16" fmla="*/ 68708 w 870468"/>
              <a:gd name="connsiteY16" fmla="*/ 116151 h 720000"/>
              <a:gd name="connsiteX17" fmla="*/ 68708 w 870468"/>
              <a:gd name="connsiteY17" fmla="*/ 207265 h 720000"/>
              <a:gd name="connsiteX18" fmla="*/ 598821 w 870468"/>
              <a:gd name="connsiteY18" fmla="*/ 207265 h 720000"/>
              <a:gd name="connsiteX19" fmla="*/ 801875 w 870468"/>
              <a:gd name="connsiteY19" fmla="*/ 207265 h 720000"/>
              <a:gd name="connsiteX20" fmla="*/ 801875 w 870468"/>
              <a:gd name="connsiteY20" fmla="*/ 116151 h 720000"/>
              <a:gd name="connsiteX21" fmla="*/ 754317 w 870468"/>
              <a:gd name="connsiteY21" fmla="*/ 68593 h 720000"/>
              <a:gd name="connsiteX22" fmla="*/ 598821 w 870468"/>
              <a:gd name="connsiteY22" fmla="*/ 68593 h 720000"/>
              <a:gd name="connsiteX23" fmla="*/ 116266 w 870468"/>
              <a:gd name="connsiteY23" fmla="*/ 0 h 720000"/>
              <a:gd name="connsiteX24" fmla="*/ 598821 w 870468"/>
              <a:gd name="connsiteY24" fmla="*/ 0 h 720000"/>
              <a:gd name="connsiteX25" fmla="*/ 754317 w 870468"/>
              <a:gd name="connsiteY25" fmla="*/ 0 h 720000"/>
              <a:gd name="connsiteX26" fmla="*/ 870468 w 870468"/>
              <a:gd name="connsiteY26" fmla="*/ 116151 h 720000"/>
              <a:gd name="connsiteX27" fmla="*/ 870468 w 870468"/>
              <a:gd name="connsiteY27" fmla="*/ 241562 h 720000"/>
              <a:gd name="connsiteX28" fmla="*/ 870468 w 870468"/>
              <a:gd name="connsiteY28" fmla="*/ 603735 h 720000"/>
              <a:gd name="connsiteX29" fmla="*/ 754317 w 870468"/>
              <a:gd name="connsiteY29" fmla="*/ 720000 h 720000"/>
              <a:gd name="connsiteX30" fmla="*/ 598821 w 870468"/>
              <a:gd name="connsiteY30" fmla="*/ 720000 h 720000"/>
              <a:gd name="connsiteX31" fmla="*/ 116266 w 870468"/>
              <a:gd name="connsiteY31" fmla="*/ 720000 h 720000"/>
              <a:gd name="connsiteX32" fmla="*/ 115 w 870468"/>
              <a:gd name="connsiteY32" fmla="*/ 603849 h 720000"/>
              <a:gd name="connsiteX33" fmla="*/ 115 w 870468"/>
              <a:gd name="connsiteY33" fmla="*/ 241841 h 720000"/>
              <a:gd name="connsiteX34" fmla="*/ 0 w 870468"/>
              <a:gd name="connsiteY34" fmla="*/ 241562 h 720000"/>
              <a:gd name="connsiteX35" fmla="*/ 115 w 870468"/>
              <a:gd name="connsiteY35" fmla="*/ 241284 h 720000"/>
              <a:gd name="connsiteX36" fmla="*/ 115 w 870468"/>
              <a:gd name="connsiteY36" fmla="*/ 116151 h 720000"/>
              <a:gd name="connsiteX37" fmla="*/ 116266 w 870468"/>
              <a:gd name="connsiteY37" fmla="*/ 0 h 720000"/>
            </a:gdLst>
            <a:rect l="l" t="t" r="r" b="b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tx1"/>
          </a:solidFill>
          <a:ln w="12700" cap="sq">
            <a:noFill/>
            <a:miter/>
          </a:ln>
        </p:spPr>
        <p:txBody>
          <a:bodyPr vert="horz" wrap="square" lIns="38090" tIns="38090" rIns="38090" bIns="3809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1" flipV="0">
            <a:off x="0" y="0"/>
            <a:ext cx="1008000" cy="1008000"/>
          </a:xfrm>
          <a:custGeom>
            <a:avLst/>
            <a:gdLst>
              <a:gd name="connsiteX0" fmla="*/ 1008000 w 1008000"/>
              <a:gd name="connsiteY0" fmla="*/ 0 h 1008000"/>
              <a:gd name="connsiteX1" fmla="*/ 870392 w 1008000"/>
              <a:gd name="connsiteY1" fmla="*/ 0 h 1008000"/>
              <a:gd name="connsiteX2" fmla="*/ 713360 w 1008000"/>
              <a:gd name="connsiteY2" fmla="*/ 0 h 1008000"/>
              <a:gd name="connsiteX3" fmla="*/ 48404 w 1008000"/>
              <a:gd name="connsiteY3" fmla="*/ 0 h 1008000"/>
              <a:gd name="connsiteX4" fmla="*/ 14261 w 1008000"/>
              <a:gd name="connsiteY4" fmla="*/ 82628 h 1008000"/>
              <a:gd name="connsiteX5" fmla="*/ 765717 w 1008000"/>
              <a:gd name="connsiteY5" fmla="*/ 836017 h 1008000"/>
              <a:gd name="connsiteX6" fmla="*/ 772508 w 1008000"/>
              <a:gd name="connsiteY6" fmla="*/ 841197 h 1008000"/>
              <a:gd name="connsiteX7" fmla="*/ 776419 w 1008000"/>
              <a:gd name="connsiteY7" fmla="*/ 844157 h 1008000"/>
              <a:gd name="connsiteX8" fmla="*/ 925586 w 1008000"/>
              <a:gd name="connsiteY8" fmla="*/ 993725 h 1008000"/>
              <a:gd name="connsiteX9" fmla="*/ 1008000 w 1008000"/>
              <a:gd name="connsiteY9" fmla="*/ 959508 h 1008000"/>
              <a:gd name="connsiteX10" fmla="*/ 1008000 w 1008000"/>
              <a:gd name="connsiteY10" fmla="*/ 294640 h 1008000"/>
              <a:gd name="connsiteX11" fmla="*/ 1008000 w 1008000"/>
              <a:gd name="connsiteY11" fmla="*/ 137994 h 1008000"/>
            </a:gdLst>
            <a:rect l="l" t="t" r="r" b="b"/>
            <a:pathLst>
              <a:path w="1008000" h="1008000">
                <a:moveTo>
                  <a:pt x="1008000" y="0"/>
                </a:moveTo>
                <a:lnTo>
                  <a:pt x="870392" y="0"/>
                </a:lnTo>
                <a:lnTo>
                  <a:pt x="713360" y="0"/>
                </a:lnTo>
                <a:lnTo>
                  <a:pt x="48404" y="0"/>
                </a:lnTo>
                <a:cubicBezTo>
                  <a:pt x="5389" y="0"/>
                  <a:pt x="-16207" y="52140"/>
                  <a:pt x="14261" y="82628"/>
                </a:cubicBezTo>
                <a:lnTo>
                  <a:pt x="765717" y="836017"/>
                </a:lnTo>
                <a:cubicBezTo>
                  <a:pt x="767729" y="838052"/>
                  <a:pt x="770016" y="839795"/>
                  <a:pt x="772508" y="841197"/>
                </a:cubicBezTo>
                <a:cubicBezTo>
                  <a:pt x="773944" y="841993"/>
                  <a:pt x="775262" y="842990"/>
                  <a:pt x="776419" y="844157"/>
                </a:cubicBezTo>
                <a:lnTo>
                  <a:pt x="925586" y="993725"/>
                </a:lnTo>
                <a:cubicBezTo>
                  <a:pt x="955995" y="1024227"/>
                  <a:pt x="1008000" y="1002605"/>
                  <a:pt x="1008000" y="959508"/>
                </a:cubicBezTo>
                <a:lnTo>
                  <a:pt x="1008000" y="294640"/>
                </a:lnTo>
                <a:lnTo>
                  <a:pt x="1008000" y="137994"/>
                </a:lnTo>
                <a:close/>
              </a:path>
            </a:pathLst>
          </a:custGeom>
          <a:solidFill>
            <a:schemeClr val="accent1"/>
          </a:solidFill>
          <a:ln w="3584" cap="flat">
            <a:noFill/>
            <a:miter/>
          </a:ln>
          <a:effectLst>
            <a:outerShdw dist="190500" blurRad="317500" dir="8100000" sx="100000" sy="100000" kx="0" ky="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855292" y="420464"/>
            <a:ext cx="10567087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国際協力に関する経験</a:t>
            </a:r>
            <a:endParaRPr kumimoji="1" lang="zh-CN" alt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1" flipV="0">
            <a:off x="-1" y="0"/>
            <a:ext cx="8087262" cy="6858000"/>
          </a:xfrm>
          <a:custGeom>
            <a:avLst/>
            <a:gdLst>
              <a:gd name="connsiteX0" fmla="*/ 5291115 w 8087262"/>
              <a:gd name="connsiteY0" fmla="*/ 0 h 6858000"/>
              <a:gd name="connsiteX1" fmla="*/ 8087262 w 8087262"/>
              <a:gd name="connsiteY1" fmla="*/ 0 h 6858000"/>
              <a:gd name="connsiteX2" fmla="*/ 8087262 w 8087262"/>
              <a:gd name="connsiteY2" fmla="*/ 6858000 h 6858000"/>
              <a:gd name="connsiteX3" fmla="*/ 0 w 8087262"/>
              <a:gd name="connsiteY3" fmla="*/ 6858000 h 6858000"/>
              <a:gd name="connsiteX4" fmla="*/ 63641 w 8087262"/>
              <a:gd name="connsiteY4" fmla="*/ 6821686 h 6858000"/>
              <a:gd name="connsiteX5" fmla="*/ 600612 w 8087262"/>
              <a:gd name="connsiteY5" fmla="*/ 6619875 h 6858000"/>
              <a:gd name="connsiteX6" fmla="*/ 1829337 w 8087262"/>
              <a:gd name="connsiteY6" fmla="*/ 6448425 h 6858000"/>
              <a:gd name="connsiteX7" fmla="*/ 2553237 w 8087262"/>
              <a:gd name="connsiteY7" fmla="*/ 4657725 h 6858000"/>
              <a:gd name="connsiteX8" fmla="*/ 4477287 w 8087262"/>
              <a:gd name="connsiteY8" fmla="*/ 3876675 h 6858000"/>
              <a:gd name="connsiteX9" fmla="*/ 4582062 w 8087262"/>
              <a:gd name="connsiteY9" fmla="*/ 942975 h 6858000"/>
              <a:gd name="connsiteX10" fmla="*/ 5267862 w 8087262"/>
              <a:gd name="connsiteY10" fmla="*/ 19050 h 6858000"/>
            </a:gdLst>
            <a:rect l="l" t="t" r="r" b="b"/>
            <a:pathLst>
              <a:path w="8087262" h="6858000">
                <a:moveTo>
                  <a:pt x="5291115" y="0"/>
                </a:moveTo>
                <a:lnTo>
                  <a:pt x="8087262" y="0"/>
                </a:lnTo>
                <a:lnTo>
                  <a:pt x="8087262" y="6858000"/>
                </a:lnTo>
                <a:lnTo>
                  <a:pt x="0" y="6858000"/>
                </a:lnTo>
                <a:lnTo>
                  <a:pt x="63641" y="6821686"/>
                </a:lnTo>
                <a:cubicBezTo>
                  <a:pt x="220803" y="6743303"/>
                  <a:pt x="439481" y="6670675"/>
                  <a:pt x="600612" y="6619875"/>
                </a:cubicBezTo>
                <a:cubicBezTo>
                  <a:pt x="922875" y="6518275"/>
                  <a:pt x="1503900" y="6775450"/>
                  <a:pt x="1829337" y="6448425"/>
                </a:cubicBezTo>
                <a:cubicBezTo>
                  <a:pt x="2154774" y="6121400"/>
                  <a:pt x="2111913" y="5086350"/>
                  <a:pt x="2553237" y="4657725"/>
                </a:cubicBezTo>
                <a:cubicBezTo>
                  <a:pt x="2994562" y="4229100"/>
                  <a:pt x="4139150" y="4495800"/>
                  <a:pt x="4477287" y="3876675"/>
                </a:cubicBezTo>
                <a:cubicBezTo>
                  <a:pt x="4815424" y="3257550"/>
                  <a:pt x="4313775" y="1689100"/>
                  <a:pt x="4582062" y="942975"/>
                </a:cubicBezTo>
                <a:cubicBezTo>
                  <a:pt x="4716205" y="569913"/>
                  <a:pt x="4980921" y="269081"/>
                  <a:pt x="5267862" y="1905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1" flipV="1">
            <a:off x="0" y="2203858"/>
            <a:ext cx="4985365" cy="4654141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0083930" y="0"/>
            <a:ext cx="2108070" cy="1580000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0994332" y="638212"/>
            <a:ext cx="537267" cy="390488"/>
          </a:xfrm>
          <a:custGeom>
            <a:avLst/>
            <a:gd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6" name=""/>
          <p:cNvGrpSpPr/>
          <p:nvPr/>
        </p:nvGrpSpPr>
        <p:grpSpPr>
          <a:xfrm>
            <a:off x="673099" y="766714"/>
            <a:ext cx="485974" cy="133484"/>
            <a:chOff x="673099" y="766714"/>
            <a:chExt cx="485974" cy="133484"/>
          </a:xfrm>
        </p:grpSpPr>
        <p:sp>
          <p:nvSpPr>
            <p:cNvPr id="7" name="标题 1"/>
            <p:cNvSpPr txBox="1"/>
            <p:nvPr/>
          </p:nvSpPr>
          <p:spPr>
            <a:xfrm rot="0" flipH="0" flipV="0">
              <a:off x="67309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 rot="0" flipH="0" flipV="0">
              <a:off x="849344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rot="0" flipH="0" flipV="0">
              <a:off x="1025589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0" name="标题 1"/>
          <p:cNvSpPr txBox="1"/>
          <p:nvPr/>
        </p:nvSpPr>
        <p:spPr>
          <a:xfrm rot="0" flipH="0" flipV="0">
            <a:off x="6542636" y="-28575"/>
            <a:ext cx="2601363" cy="37031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6F6ADE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06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8268903" y="1703028"/>
            <a:ext cx="574483" cy="574483"/>
          </a:xfrm>
          <a:prstGeom prst="ellipse">
            <a:avLst/>
          </a:prstGeom>
          <a:solidFill>
            <a:schemeClr val="accent2"/>
          </a:solidFill>
          <a:ln w="12700" cap="flat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dist="127000" blurRad="228600" dir="3600003" sx="100000" sy="100000" kx="0" ky="0" algn="b" rotWithShape="0">
              <a:schemeClr val="accent2">
                <a:alpha val="25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359233" y="1793358"/>
            <a:ext cx="393823" cy="393823"/>
          </a:xfrm>
          <a:prstGeom prst="plus">
            <a:avLst>
              <a:gd name="adj" fmla="val 38883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532596" y="4105275"/>
            <a:ext cx="4770404" cy="21489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1" flipV="0">
            <a:off x="-566879" y="942975"/>
            <a:ext cx="6888688" cy="688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0" flipH="0" flipV="0">
            <a:off x="6542635" y="3727568"/>
            <a:ext cx="4981191" cy="247320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結論</a:t>
            </a:r>
            <a:endParaRPr kumimoji="1" lang="zh-CN" alt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6200000" flipH="1" flipV="0">
            <a:off x="3671937" y="-2303414"/>
            <a:ext cx="5489477" cy="12833351"/>
          </a:xfrm>
          <a:custGeom>
            <a:avLst/>
            <a:gdLst>
              <a:gd name="connsiteX0" fmla="*/ 0 w 1841629"/>
              <a:gd name="connsiteY0" fmla="*/ 4100868 h 4100868"/>
              <a:gd name="connsiteX1" fmla="*/ 1841629 w 1841629"/>
              <a:gd name="connsiteY1" fmla="*/ 4100868 h 4100868"/>
              <a:gd name="connsiteX2" fmla="*/ 1841629 w 1841629"/>
              <a:gd name="connsiteY2" fmla="*/ 0 h 4100868"/>
              <a:gd name="connsiteX3" fmla="*/ 1833126 w 1841629"/>
              <a:gd name="connsiteY3" fmla="*/ 14124 h 4100868"/>
              <a:gd name="connsiteX4" fmla="*/ 1666711 w 1841629"/>
              <a:gd name="connsiteY4" fmla="*/ 404476 h 4100868"/>
              <a:gd name="connsiteX5" fmla="*/ 1579654 w 1841629"/>
              <a:gd name="connsiteY5" fmla="*/ 3338176 h 4100868"/>
              <a:gd name="connsiteX6" fmla="*/ 56258 w 1841629"/>
              <a:gd name="connsiteY6" fmla="*/ 4046621 h 4100868"/>
            </a:gdLst>
            <a:rect l="l" t="t" r="r" b="b"/>
            <a:pathLst>
              <a:path w="1841629" h="4100868">
                <a:moveTo>
                  <a:pt x="0" y="4100868"/>
                </a:moveTo>
                <a:lnTo>
                  <a:pt x="1841629" y="4100868"/>
                </a:lnTo>
                <a:lnTo>
                  <a:pt x="1841629" y="0"/>
                </a:lnTo>
                <a:lnTo>
                  <a:pt x="1833126" y="14124"/>
                </a:lnTo>
                <a:cubicBezTo>
                  <a:pt x="1765563" y="134837"/>
                  <a:pt x="1708509" y="264578"/>
                  <a:pt x="1666711" y="404476"/>
                </a:cubicBezTo>
                <a:cubicBezTo>
                  <a:pt x="1443792" y="1150601"/>
                  <a:pt x="1860612" y="2719051"/>
                  <a:pt x="1579654" y="3338176"/>
                </a:cubicBezTo>
                <a:cubicBezTo>
                  <a:pt x="1316256" y="3918606"/>
                  <a:pt x="463920" y="3720478"/>
                  <a:pt x="56258" y="40466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49000"/>
                </a:schemeClr>
              </a:gs>
              <a:gs pos="70000">
                <a:schemeClr val="accent1">
                  <a:lumMod val="90000"/>
                  <a:alpha val="46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-1838325" y="-1107290"/>
            <a:ext cx="9350376" cy="9350372"/>
          </a:xfrm>
          <a:prstGeom prst="arc">
            <a:avLst>
              <a:gd name="adj1" fmla="val 18716968"/>
              <a:gd name="adj2" fmla="val 284618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0" y="1829582"/>
            <a:ext cx="6486182" cy="3490914"/>
          </a:xfrm>
          <a:custGeom>
            <a:avLst/>
            <a:gdLst>
              <a:gd name="connsiteX0" fmla="*/ 0 w 6486182"/>
              <a:gd name="connsiteY0" fmla="*/ 0 h 3490914"/>
              <a:gd name="connsiteX1" fmla="*/ 4740726 w 6486182"/>
              <a:gd name="connsiteY1" fmla="*/ 0 h 3490914"/>
              <a:gd name="connsiteX2" fmla="*/ 6486182 w 6486182"/>
              <a:gd name="connsiteY2" fmla="*/ 1745457 h 3490914"/>
              <a:gd name="connsiteX3" fmla="*/ 6486181 w 6486182"/>
              <a:gd name="connsiteY3" fmla="*/ 1745457 h 3490914"/>
              <a:gd name="connsiteX4" fmla="*/ 4740724 w 6486182"/>
              <a:gd name="connsiteY4" fmla="*/ 3490914 h 3490914"/>
              <a:gd name="connsiteX5" fmla="*/ 0 w 6486182"/>
              <a:gd name="connsiteY5" fmla="*/ 3490913 h 3490914"/>
            </a:gdLst>
            <a:rect l="l" t="t" r="r" b="b"/>
            <a:pathLst>
              <a:path w="6486182" h="3490914">
                <a:moveTo>
                  <a:pt x="0" y="0"/>
                </a:moveTo>
                <a:lnTo>
                  <a:pt x="4740726" y="0"/>
                </a:lnTo>
                <a:cubicBezTo>
                  <a:pt x="5704714" y="0"/>
                  <a:pt x="6486182" y="781468"/>
                  <a:pt x="6486182" y="1745457"/>
                </a:cubicBezTo>
                <a:lnTo>
                  <a:pt x="6486181" y="1745457"/>
                </a:lnTo>
                <a:cubicBezTo>
                  <a:pt x="6486181" y="2709446"/>
                  <a:pt x="5704713" y="3490914"/>
                  <a:pt x="4740724" y="3490914"/>
                </a:cubicBezTo>
                <a:lnTo>
                  <a:pt x="0" y="349091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"/>
          <p:cNvGrpSpPr/>
          <p:nvPr/>
        </p:nvGrpSpPr>
        <p:grpSpPr>
          <a:xfrm>
            <a:off x="6711417" y="1236263"/>
            <a:ext cx="744810" cy="851280"/>
            <a:chOff x="6711417" y="1236263"/>
            <a:chExt cx="744810" cy="851280"/>
          </a:xfrm>
        </p:grpSpPr>
        <p:sp>
          <p:nvSpPr>
            <p:cNvPr id="6" name="标题 1"/>
            <p:cNvSpPr txBox="1"/>
            <p:nvPr/>
          </p:nvSpPr>
          <p:spPr>
            <a:xfrm rot="0" flipH="0" flipV="0">
              <a:off x="6711417" y="1236263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lumMod val="98000"/>
                    <a:lumOff val="2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dist="203200" blurRad="330200" dir="5400000" sx="90000" sy="90000" kx="0" ky="0" algn="t" rotWithShape="0">
                <a:schemeClr val="accent1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7" name="标题 1"/>
            <p:cNvSpPr txBox="1"/>
            <p:nvPr/>
          </p:nvSpPr>
          <p:spPr>
            <a:xfrm rot="0" flipH="0" flipV="0">
              <a:off x="6760557" y="1292427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 rot="0" flipH="0" flipV="0">
              <a:off x="6949291" y="1517960"/>
              <a:ext cx="269061" cy="269101"/>
            </a:xfrm>
            <a:custGeom>
              <a:avLst/>
              <a:gdLst>
                <a:gd name="connsiteX0" fmla="*/ 579031 w 719895"/>
                <a:gd name="connsiteY0" fmla="*/ 554022 h 720000"/>
                <a:gd name="connsiteX1" fmla="*/ 596778 w 719895"/>
                <a:gd name="connsiteY1" fmla="*/ 561368 h 720000"/>
                <a:gd name="connsiteX2" fmla="*/ 712550 w 719895"/>
                <a:gd name="connsiteY2" fmla="*/ 677140 h 720000"/>
                <a:gd name="connsiteX3" fmla="*/ 712550 w 719895"/>
                <a:gd name="connsiteY3" fmla="*/ 712634 h 720000"/>
                <a:gd name="connsiteX4" fmla="*/ 694887 w 719895"/>
                <a:gd name="connsiteY4" fmla="*/ 720000 h 720000"/>
                <a:gd name="connsiteX5" fmla="*/ 677140 w 719895"/>
                <a:gd name="connsiteY5" fmla="*/ 712634 h 720000"/>
                <a:gd name="connsiteX6" fmla="*/ 561284 w 719895"/>
                <a:gd name="connsiteY6" fmla="*/ 596861 h 720000"/>
                <a:gd name="connsiteX7" fmla="*/ 561284 w 719895"/>
                <a:gd name="connsiteY7" fmla="*/ 561368 h 720000"/>
                <a:gd name="connsiteX8" fmla="*/ 579031 w 719895"/>
                <a:gd name="connsiteY8" fmla="*/ 554022 h 720000"/>
                <a:gd name="connsiteX9" fmla="*/ 301109 w 719895"/>
                <a:gd name="connsiteY9" fmla="*/ 0 h 720000"/>
                <a:gd name="connsiteX10" fmla="*/ 602219 w 719895"/>
                <a:gd name="connsiteY10" fmla="*/ 301109 h 720000"/>
                <a:gd name="connsiteX11" fmla="*/ 301109 w 719895"/>
                <a:gd name="connsiteY11" fmla="*/ 602219 h 720000"/>
                <a:gd name="connsiteX12" fmla="*/ 0 w 719895"/>
                <a:gd name="connsiteY12" fmla="*/ 301109 h 720000"/>
                <a:gd name="connsiteX13" fmla="*/ 301109 w 719895"/>
                <a:gd name="connsiteY13" fmla="*/ 0 h 720000"/>
              </a:gdLst>
              <a:rect l="l" t="t" r="r" b="b"/>
              <a:pathLst>
                <a:path w="719895" h="720000">
                  <a:moveTo>
                    <a:pt x="579031" y="554022"/>
                  </a:moveTo>
                  <a:cubicBezTo>
                    <a:pt x="585456" y="554022"/>
                    <a:pt x="591880" y="556471"/>
                    <a:pt x="596778" y="561368"/>
                  </a:cubicBezTo>
                  <a:lnTo>
                    <a:pt x="712550" y="677140"/>
                  </a:lnTo>
                  <a:cubicBezTo>
                    <a:pt x="722344" y="686935"/>
                    <a:pt x="722344" y="702840"/>
                    <a:pt x="712550" y="712634"/>
                  </a:cubicBezTo>
                  <a:cubicBezTo>
                    <a:pt x="707778" y="717573"/>
                    <a:pt x="701333" y="720000"/>
                    <a:pt x="694887" y="720000"/>
                  </a:cubicBezTo>
                  <a:cubicBezTo>
                    <a:pt x="688441" y="720000"/>
                    <a:pt x="681995" y="717573"/>
                    <a:pt x="677140" y="712634"/>
                  </a:cubicBezTo>
                  <a:lnTo>
                    <a:pt x="561284" y="596861"/>
                  </a:lnTo>
                  <a:cubicBezTo>
                    <a:pt x="551490" y="587067"/>
                    <a:pt x="551490" y="571162"/>
                    <a:pt x="561284" y="561368"/>
                  </a:cubicBezTo>
                  <a:cubicBezTo>
                    <a:pt x="566181" y="556471"/>
                    <a:pt x="572606" y="554022"/>
                    <a:pt x="579031" y="554022"/>
                  </a:cubicBezTo>
                  <a:close/>
                  <a:moveTo>
                    <a:pt x="301109" y="0"/>
                  </a:moveTo>
                  <a:cubicBezTo>
                    <a:pt x="467443" y="0"/>
                    <a:pt x="602219" y="134859"/>
                    <a:pt x="602219" y="301109"/>
                  </a:cubicBezTo>
                  <a:cubicBezTo>
                    <a:pt x="602219" y="467443"/>
                    <a:pt x="467443" y="602219"/>
                    <a:pt x="301109" y="602219"/>
                  </a:cubicBezTo>
                  <a:cubicBezTo>
                    <a:pt x="134775" y="602219"/>
                    <a:pt x="0" y="467443"/>
                    <a:pt x="0" y="301109"/>
                  </a:cubicBezTo>
                  <a:cubicBezTo>
                    <a:pt x="0" y="134775"/>
                    <a:pt x="134775" y="0"/>
                    <a:pt x="3011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9" name="标题 1"/>
          <p:cNvSpPr txBox="1"/>
          <p:nvPr/>
        </p:nvSpPr>
        <p:spPr>
          <a:xfrm rot="0" flipH="0" flipV="0">
            <a:off x="7594856" y="1244583"/>
            <a:ext cx="3606543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農業・資源経済学の分野での知識と経験</a:t>
            </a:r>
            <a:endParaRPr kumimoji="1" lang="zh-CN" altLang="en-US"/>
          </a:p>
        </p:txBody>
      </p:sp>
      <p:grpSp>
        <p:nvGrpSpPr>
          <p:cNvPr id="10" name=""/>
          <p:cNvGrpSpPr/>
          <p:nvPr/>
        </p:nvGrpSpPr>
        <p:grpSpPr>
          <a:xfrm>
            <a:off x="7083819" y="2549941"/>
            <a:ext cx="744810" cy="851280"/>
            <a:chOff x="7083819" y="2549941"/>
            <a:chExt cx="744810" cy="851280"/>
          </a:xfrm>
        </p:grpSpPr>
        <p:sp>
          <p:nvSpPr>
            <p:cNvPr id="11" name="标题 1"/>
            <p:cNvSpPr txBox="1"/>
            <p:nvPr/>
          </p:nvSpPr>
          <p:spPr>
            <a:xfrm rot="0" flipH="0" flipV="0">
              <a:off x="7083819" y="2549941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dist="203200" blurRad="330200" dir="5400000" sx="90000" sy="90000" kx="0" ky="0" algn="t" rotWithShape="0">
                <a:schemeClr val="accent2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rot="0" flipH="0" flipV="0">
              <a:off x="7132958" y="2606109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3" name="标题 1"/>
            <p:cNvSpPr txBox="1"/>
            <p:nvPr/>
          </p:nvSpPr>
          <p:spPr>
            <a:xfrm rot="0" flipH="0" flipV="0">
              <a:off x="7321672" y="2841720"/>
              <a:ext cx="269101" cy="248936"/>
            </a:xfrm>
            <a:custGeom>
              <a:avLst/>
              <a:gdLst>
                <a:gd name="connsiteX0" fmla="*/ 2136435 w 5834559"/>
                <a:gd name="connsiteY0" fmla="*/ 643126 h 5397372"/>
                <a:gd name="connsiteX1" fmla="*/ 3716657 w 5834559"/>
                <a:gd name="connsiteY1" fmla="*/ 643126 h 5397372"/>
                <a:gd name="connsiteX2" fmla="*/ 3716657 w 5834559"/>
                <a:gd name="connsiteY2" fmla="*/ 1064855 h 5397372"/>
                <a:gd name="connsiteX3" fmla="*/ 2136435 w 5834559"/>
                <a:gd name="connsiteY3" fmla="*/ 1064855 h 5397372"/>
                <a:gd name="connsiteX4" fmla="*/ 693741 w 5834559"/>
                <a:gd name="connsiteY4" fmla="*/ 643126 h 5397372"/>
                <a:gd name="connsiteX5" fmla="*/ 1550121 w 5834559"/>
                <a:gd name="connsiteY5" fmla="*/ 643126 h 5397372"/>
                <a:gd name="connsiteX6" fmla="*/ 1550121 w 5834559"/>
                <a:gd name="connsiteY6" fmla="*/ 1064855 h 5397372"/>
                <a:gd name="connsiteX7" fmla="*/ 693741 w 5834559"/>
                <a:gd name="connsiteY7" fmla="*/ 1064855 h 5397372"/>
                <a:gd name="connsiteX8" fmla="*/ 421729 w 5834559"/>
                <a:gd name="connsiteY8" fmla="*/ 1336867 h 5397372"/>
                <a:gd name="connsiteX9" fmla="*/ 421729 w 5834559"/>
                <a:gd name="connsiteY9" fmla="*/ 2079805 h 5397372"/>
                <a:gd name="connsiteX10" fmla="*/ 5412133 w 5834559"/>
                <a:gd name="connsiteY10" fmla="*/ 2079805 h 5397372"/>
                <a:gd name="connsiteX11" fmla="*/ 5412133 w 5834559"/>
                <a:gd name="connsiteY11" fmla="*/ 1336867 h 5397372"/>
                <a:gd name="connsiteX12" fmla="*/ 5140113 w 5834559"/>
                <a:gd name="connsiteY12" fmla="*/ 1064855 h 5397372"/>
                <a:gd name="connsiteX13" fmla="*/ 4302971 w 5834559"/>
                <a:gd name="connsiteY13" fmla="*/ 1064855 h 5397372"/>
                <a:gd name="connsiteX14" fmla="*/ 4302971 w 5834559"/>
                <a:gd name="connsiteY14" fmla="*/ 643126 h 5397372"/>
                <a:gd name="connsiteX15" fmla="*/ 5140113 w 5834559"/>
                <a:gd name="connsiteY15" fmla="*/ 643126 h 5397372"/>
                <a:gd name="connsiteX16" fmla="*/ 5834559 w 5834559"/>
                <a:gd name="connsiteY16" fmla="*/ 1336867 h 5397372"/>
                <a:gd name="connsiteX17" fmla="*/ 5834559 w 5834559"/>
                <a:gd name="connsiteY17" fmla="*/ 4703631 h 5397372"/>
                <a:gd name="connsiteX18" fmla="*/ 5140818 w 5834559"/>
                <a:gd name="connsiteY18" fmla="*/ 5397372 h 5397372"/>
                <a:gd name="connsiteX19" fmla="*/ 693741 w 5834559"/>
                <a:gd name="connsiteY19" fmla="*/ 5397372 h 5397372"/>
                <a:gd name="connsiteX20" fmla="*/ 0 w 5834559"/>
                <a:gd name="connsiteY20" fmla="*/ 4703631 h 5397372"/>
                <a:gd name="connsiteX21" fmla="*/ 0 w 5834559"/>
                <a:gd name="connsiteY21" fmla="*/ 2501529 h 5397372"/>
                <a:gd name="connsiteX22" fmla="*/ 0 w 5834559"/>
                <a:gd name="connsiteY22" fmla="*/ 2079805 h 5397372"/>
                <a:gd name="connsiteX23" fmla="*/ 0 w 5834559"/>
                <a:gd name="connsiteY23" fmla="*/ 1336867 h 5397372"/>
                <a:gd name="connsiteX24" fmla="*/ 693741 w 5834559"/>
                <a:gd name="connsiteY24" fmla="*/ 643126 h 5397372"/>
                <a:gd name="connsiteX25" fmla="*/ 3997242 w 5834559"/>
                <a:gd name="connsiteY25" fmla="*/ 0 h 5397372"/>
                <a:gd name="connsiteX26" fmla="*/ 4208106 w 5834559"/>
                <a:gd name="connsiteY26" fmla="*/ 210864 h 5397372"/>
                <a:gd name="connsiteX27" fmla="*/ 4208106 w 5834559"/>
                <a:gd name="connsiteY27" fmla="*/ 1506961 h 5397372"/>
                <a:gd name="connsiteX28" fmla="*/ 3997242 w 5834559"/>
                <a:gd name="connsiteY28" fmla="*/ 1718528 h 5397372"/>
                <a:gd name="connsiteX29" fmla="*/ 3786378 w 5834559"/>
                <a:gd name="connsiteY29" fmla="*/ 1507664 h 5397372"/>
                <a:gd name="connsiteX30" fmla="*/ 3786378 w 5834559"/>
                <a:gd name="connsiteY30" fmla="*/ 210864 h 5397372"/>
                <a:gd name="connsiteX31" fmla="*/ 3997242 w 5834559"/>
                <a:gd name="connsiteY31" fmla="*/ 0 h 5397372"/>
                <a:gd name="connsiteX32" fmla="*/ 1836609 w 5834559"/>
                <a:gd name="connsiteY32" fmla="*/ 0 h 5397372"/>
                <a:gd name="connsiteX33" fmla="*/ 2047469 w 5834559"/>
                <a:gd name="connsiteY33" fmla="*/ 210864 h 5397372"/>
                <a:gd name="connsiteX34" fmla="*/ 2047469 w 5834559"/>
                <a:gd name="connsiteY34" fmla="*/ 1506961 h 5397372"/>
                <a:gd name="connsiteX35" fmla="*/ 1836609 w 5834559"/>
                <a:gd name="connsiteY35" fmla="*/ 1718528 h 5397372"/>
                <a:gd name="connsiteX36" fmla="*/ 1625745 w 5834559"/>
                <a:gd name="connsiteY36" fmla="*/ 1507664 h 5397372"/>
                <a:gd name="connsiteX37" fmla="*/ 1625745 w 5834559"/>
                <a:gd name="connsiteY37" fmla="*/ 210864 h 5397372"/>
                <a:gd name="connsiteX38" fmla="*/ 1836609 w 5834559"/>
                <a:gd name="connsiteY38" fmla="*/ 0 h 5397372"/>
              </a:gdLst>
              <a:rect l="l" t="t" r="r" b="b"/>
              <a:pathLst>
                <a:path w="5834559" h="5397372">
                  <a:moveTo>
                    <a:pt x="2136435" y="643126"/>
                  </a:moveTo>
                  <a:lnTo>
                    <a:pt x="3716657" y="643126"/>
                  </a:lnTo>
                  <a:lnTo>
                    <a:pt x="3716657" y="1064855"/>
                  </a:lnTo>
                  <a:lnTo>
                    <a:pt x="2136435" y="1064855"/>
                  </a:lnTo>
                  <a:close/>
                  <a:moveTo>
                    <a:pt x="693741" y="643126"/>
                  </a:moveTo>
                  <a:lnTo>
                    <a:pt x="1550121" y="643126"/>
                  </a:lnTo>
                  <a:lnTo>
                    <a:pt x="1550121" y="1064855"/>
                  </a:lnTo>
                  <a:lnTo>
                    <a:pt x="693741" y="1064855"/>
                  </a:lnTo>
                  <a:cubicBezTo>
                    <a:pt x="543320" y="1064855"/>
                    <a:pt x="421729" y="1187151"/>
                    <a:pt x="421729" y="1336867"/>
                  </a:cubicBezTo>
                  <a:lnTo>
                    <a:pt x="421729" y="2079805"/>
                  </a:lnTo>
                  <a:lnTo>
                    <a:pt x="5412133" y="2079805"/>
                  </a:lnTo>
                  <a:lnTo>
                    <a:pt x="5412133" y="1336867"/>
                  </a:lnTo>
                  <a:cubicBezTo>
                    <a:pt x="5412133" y="1186446"/>
                    <a:pt x="5289830" y="1064855"/>
                    <a:pt x="5140113" y="1064855"/>
                  </a:cubicBezTo>
                  <a:lnTo>
                    <a:pt x="4302971" y="1064855"/>
                  </a:lnTo>
                  <a:lnTo>
                    <a:pt x="4302971" y="643126"/>
                  </a:lnTo>
                  <a:lnTo>
                    <a:pt x="5140113" y="643126"/>
                  </a:lnTo>
                  <a:cubicBezTo>
                    <a:pt x="5523184" y="643126"/>
                    <a:pt x="5833854" y="953797"/>
                    <a:pt x="5834559" y="1336867"/>
                  </a:cubicBezTo>
                  <a:lnTo>
                    <a:pt x="5834559" y="4703631"/>
                  </a:lnTo>
                  <a:cubicBezTo>
                    <a:pt x="5834559" y="5085292"/>
                    <a:pt x="5522479" y="5397372"/>
                    <a:pt x="5140818" y="5397372"/>
                  </a:cubicBezTo>
                  <a:lnTo>
                    <a:pt x="693741" y="5397372"/>
                  </a:lnTo>
                  <a:cubicBezTo>
                    <a:pt x="312080" y="5397372"/>
                    <a:pt x="0" y="5085292"/>
                    <a:pt x="0" y="4703631"/>
                  </a:cubicBezTo>
                  <a:lnTo>
                    <a:pt x="0" y="2501529"/>
                  </a:lnTo>
                  <a:lnTo>
                    <a:pt x="0" y="2079805"/>
                  </a:lnTo>
                  <a:lnTo>
                    <a:pt x="0" y="1336867"/>
                  </a:lnTo>
                  <a:cubicBezTo>
                    <a:pt x="0" y="953797"/>
                    <a:pt x="310671" y="643126"/>
                    <a:pt x="693741" y="643126"/>
                  </a:cubicBezTo>
                  <a:close/>
                  <a:moveTo>
                    <a:pt x="3997242" y="0"/>
                  </a:moveTo>
                  <a:cubicBezTo>
                    <a:pt x="4113920" y="0"/>
                    <a:pt x="4208106" y="94186"/>
                    <a:pt x="4208106" y="210864"/>
                  </a:cubicBezTo>
                  <a:lnTo>
                    <a:pt x="4208106" y="1506961"/>
                  </a:lnTo>
                  <a:cubicBezTo>
                    <a:pt x="4208106" y="1623639"/>
                    <a:pt x="4113920" y="1718528"/>
                    <a:pt x="3997242" y="1718528"/>
                  </a:cubicBezTo>
                  <a:cubicBezTo>
                    <a:pt x="3880564" y="1718528"/>
                    <a:pt x="3786378" y="1624342"/>
                    <a:pt x="3786378" y="1507664"/>
                  </a:cubicBezTo>
                  <a:lnTo>
                    <a:pt x="3786378" y="210864"/>
                  </a:lnTo>
                  <a:cubicBezTo>
                    <a:pt x="3786378" y="94186"/>
                    <a:pt x="3880564" y="0"/>
                    <a:pt x="3997242" y="0"/>
                  </a:cubicBezTo>
                  <a:close/>
                  <a:moveTo>
                    <a:pt x="1836609" y="0"/>
                  </a:moveTo>
                  <a:cubicBezTo>
                    <a:pt x="1953287" y="0"/>
                    <a:pt x="2047469" y="94186"/>
                    <a:pt x="2047469" y="210864"/>
                  </a:cubicBezTo>
                  <a:lnTo>
                    <a:pt x="2047469" y="1506961"/>
                  </a:lnTo>
                  <a:cubicBezTo>
                    <a:pt x="2047469" y="1623639"/>
                    <a:pt x="1953287" y="1718528"/>
                    <a:pt x="1836609" y="1718528"/>
                  </a:cubicBezTo>
                  <a:cubicBezTo>
                    <a:pt x="1719932" y="1718528"/>
                    <a:pt x="1625745" y="1624342"/>
                    <a:pt x="1625745" y="1507664"/>
                  </a:cubicBezTo>
                  <a:lnTo>
                    <a:pt x="1625745" y="210864"/>
                  </a:lnTo>
                  <a:cubicBezTo>
                    <a:pt x="1625745" y="94186"/>
                    <a:pt x="1719932" y="0"/>
                    <a:pt x="18366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4" name="标题 1"/>
          <p:cNvSpPr txBox="1"/>
          <p:nvPr/>
        </p:nvSpPr>
        <p:spPr>
          <a:xfrm rot="0" flipH="0" flipV="0">
            <a:off x="7967258" y="2548180"/>
            <a:ext cx="3606543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国際協力や農業の持続可能性に対する貢献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-1311274" y="-580238"/>
            <a:ext cx="8296274" cy="8296270"/>
          </a:xfrm>
          <a:prstGeom prst="arc">
            <a:avLst>
              <a:gd name="adj1" fmla="val 19465670"/>
              <a:gd name="adj2" fmla="val 221115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60400" y="3133861"/>
            <a:ext cx="5087257" cy="88235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総括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8016397" y="3870178"/>
            <a:ext cx="3606543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著作物と研究成果の有用性</a:t>
            </a:r>
            <a:endParaRPr kumimoji="1" lang="zh-CN" altLang="en-US"/>
          </a:p>
        </p:txBody>
      </p:sp>
      <p:grpSp>
        <p:nvGrpSpPr>
          <p:cNvPr id="18" name=""/>
          <p:cNvGrpSpPr/>
          <p:nvPr/>
        </p:nvGrpSpPr>
        <p:grpSpPr>
          <a:xfrm>
            <a:off x="7132958" y="3861858"/>
            <a:ext cx="744810" cy="851280"/>
            <a:chOff x="7132958" y="3861858"/>
            <a:chExt cx="744810" cy="851280"/>
          </a:xfrm>
        </p:grpSpPr>
        <p:sp>
          <p:nvSpPr>
            <p:cNvPr id="19" name="标题 1"/>
            <p:cNvSpPr txBox="1"/>
            <p:nvPr/>
          </p:nvSpPr>
          <p:spPr>
            <a:xfrm rot="0" flipH="0" flipV="0">
              <a:off x="7132958" y="3861858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lumMod val="98000"/>
                    <a:lumOff val="2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dist="203200" blurRad="330200" dir="5400000" sx="90000" sy="90000" kx="0" ky="0" algn="t" rotWithShape="0">
                <a:schemeClr val="accent1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rot="0" flipH="0" flipV="0">
              <a:off x="7182098" y="3918022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rot="0" flipH="0" flipV="0">
              <a:off x="7361361" y="4131510"/>
              <a:ext cx="288000" cy="311972"/>
            </a:xfrm>
            <a:custGeom>
              <a:avLst/>
              <a:gdLst>
                <a:gd name="connsiteX0" fmla="*/ 332293 w 664672"/>
                <a:gd name="connsiteY0" fmla="*/ 387672 h 720001"/>
                <a:gd name="connsiteX1" fmla="*/ 660804 w 664672"/>
                <a:gd name="connsiteY1" fmla="*/ 598902 h 720001"/>
                <a:gd name="connsiteX2" fmla="*/ 563560 w 664672"/>
                <a:gd name="connsiteY2" fmla="*/ 720001 h 720001"/>
                <a:gd name="connsiteX3" fmla="*/ 101112 w 664672"/>
                <a:gd name="connsiteY3" fmla="*/ 720001 h 720001"/>
                <a:gd name="connsiteX4" fmla="*/ 3868 w 664672"/>
                <a:gd name="connsiteY4" fmla="*/ 598902 h 720001"/>
                <a:gd name="connsiteX5" fmla="*/ 332293 w 664672"/>
                <a:gd name="connsiteY5" fmla="*/ 387672 h 720001"/>
                <a:gd name="connsiteX6" fmla="*/ 332293 w 664672"/>
                <a:gd name="connsiteY6" fmla="*/ 0 h 720001"/>
                <a:gd name="connsiteX7" fmla="*/ 509517 w 664672"/>
                <a:gd name="connsiteY7" fmla="*/ 177224 h 720001"/>
                <a:gd name="connsiteX8" fmla="*/ 332293 w 664672"/>
                <a:gd name="connsiteY8" fmla="*/ 354448 h 720001"/>
                <a:gd name="connsiteX9" fmla="*/ 155069 w 664672"/>
                <a:gd name="connsiteY9" fmla="*/ 177224 h 720001"/>
                <a:gd name="connsiteX10" fmla="*/ 332293 w 664672"/>
                <a:gd name="connsiteY10" fmla="*/ 0 h 720001"/>
              </a:gdLst>
              <a:rect l="l" t="t" r="r" b="b"/>
              <a:pathLst>
                <a:path w="664672" h="720001">
                  <a:moveTo>
                    <a:pt x="332293" y="387672"/>
                  </a:moveTo>
                  <a:cubicBezTo>
                    <a:pt x="550549" y="387672"/>
                    <a:pt x="628448" y="491162"/>
                    <a:pt x="660804" y="598902"/>
                  </a:cubicBezTo>
                  <a:cubicBezTo>
                    <a:pt x="679021" y="659624"/>
                    <a:pt x="630616" y="720001"/>
                    <a:pt x="563560" y="720001"/>
                  </a:cubicBezTo>
                  <a:lnTo>
                    <a:pt x="101112" y="720001"/>
                  </a:lnTo>
                  <a:cubicBezTo>
                    <a:pt x="34057" y="720001"/>
                    <a:pt x="-14348" y="659624"/>
                    <a:pt x="3868" y="598902"/>
                  </a:cubicBezTo>
                  <a:cubicBezTo>
                    <a:pt x="36138" y="491162"/>
                    <a:pt x="114037" y="387672"/>
                    <a:pt x="332293" y="387672"/>
                  </a:cubicBezTo>
                  <a:close/>
                  <a:moveTo>
                    <a:pt x="332293" y="0"/>
                  </a:moveTo>
                  <a:cubicBezTo>
                    <a:pt x="430230" y="0"/>
                    <a:pt x="509604" y="79287"/>
                    <a:pt x="509517" y="177224"/>
                  </a:cubicBezTo>
                  <a:cubicBezTo>
                    <a:pt x="509517" y="275074"/>
                    <a:pt x="430144" y="354448"/>
                    <a:pt x="332293" y="354448"/>
                  </a:cubicBezTo>
                  <a:cubicBezTo>
                    <a:pt x="234442" y="354448"/>
                    <a:pt x="155069" y="275074"/>
                    <a:pt x="155069" y="177224"/>
                  </a:cubicBezTo>
                  <a:cubicBezTo>
                    <a:pt x="155069" y="79287"/>
                    <a:pt x="234442" y="0"/>
                    <a:pt x="332293" y="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2" name="标题 1"/>
          <p:cNvSpPr txBox="1"/>
          <p:nvPr/>
        </p:nvSpPr>
        <p:spPr>
          <a:xfrm rot="0" flipH="0" flipV="0">
            <a:off x="7594856" y="5173775"/>
            <a:ext cx="3606543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Regular"/>
                <a:ea typeface="NotoSansJP-Regular"/>
                <a:cs typeface="NotoSansJP-Regular"/>
              </a:rPr>
              <a:t>国内外での農業発展と生物多様性の保全への寄与</a:t>
            </a:r>
            <a:endParaRPr kumimoji="1" lang="zh-CN" altLang="en-US"/>
          </a:p>
        </p:txBody>
      </p:sp>
      <p:grpSp>
        <p:nvGrpSpPr>
          <p:cNvPr id="23" name=""/>
          <p:cNvGrpSpPr/>
          <p:nvPr/>
        </p:nvGrpSpPr>
        <p:grpSpPr>
          <a:xfrm>
            <a:off x="6711417" y="5175536"/>
            <a:ext cx="744810" cy="851280"/>
            <a:chOff x="6711417" y="5175536"/>
            <a:chExt cx="744810" cy="851280"/>
          </a:xfrm>
        </p:grpSpPr>
        <p:sp>
          <p:nvSpPr>
            <p:cNvPr id="24" name="标题 1"/>
            <p:cNvSpPr txBox="1"/>
            <p:nvPr/>
          </p:nvSpPr>
          <p:spPr>
            <a:xfrm rot="0" flipH="0" flipV="0">
              <a:off x="6711417" y="5175536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dist="203200" blurRad="330200" dir="5400000" sx="90000" sy="90000" kx="0" ky="0" algn="t" rotWithShape="0">
                <a:schemeClr val="accent2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rot="0" flipH="0" flipV="0">
              <a:off x="6760556" y="5231704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 rot="0" flipH="1" flipV="1">
              <a:off x="6939819" y="5461824"/>
              <a:ext cx="288000" cy="278709"/>
            </a:xfrm>
            <a:custGeom>
              <a:avLst/>
              <a:gdLst>
                <a:gd name="connsiteX0" fmla="*/ 311954 w 744004"/>
                <a:gd name="connsiteY0" fmla="*/ 337123 h 720001"/>
                <a:gd name="connsiteX1" fmla="*/ 168770 w 744004"/>
                <a:gd name="connsiteY1" fmla="*/ 337123 h 720001"/>
                <a:gd name="connsiteX2" fmla="*/ 49673 w 744004"/>
                <a:gd name="connsiteY2" fmla="*/ 287618 h 720001"/>
                <a:gd name="connsiteX3" fmla="*/ 167 w 744004"/>
                <a:gd name="connsiteY3" fmla="*/ 168520 h 720001"/>
                <a:gd name="connsiteX4" fmla="*/ 49590 w 744004"/>
                <a:gd name="connsiteY4" fmla="*/ 49507 h 720001"/>
                <a:gd name="connsiteX5" fmla="*/ 168687 w 744004"/>
                <a:gd name="connsiteY5" fmla="*/ 0 h 720001"/>
                <a:gd name="connsiteX6" fmla="*/ 287784 w 744004"/>
                <a:gd name="connsiteY6" fmla="*/ 49507 h 720001"/>
                <a:gd name="connsiteX7" fmla="*/ 337290 w 744004"/>
                <a:gd name="connsiteY7" fmla="*/ 168604 h 720001"/>
                <a:gd name="connsiteX8" fmla="*/ 337290 w 744004"/>
                <a:gd name="connsiteY8" fmla="*/ 311787 h 720001"/>
                <a:gd name="connsiteX9" fmla="*/ 311954 w 744004"/>
                <a:gd name="connsiteY9" fmla="*/ 337123 h 720001"/>
                <a:gd name="connsiteX10" fmla="*/ 575401 w 744004"/>
                <a:gd name="connsiteY10" fmla="*/ 337207 h 720001"/>
                <a:gd name="connsiteX11" fmla="*/ 432218 w 744004"/>
                <a:gd name="connsiteY11" fmla="*/ 337207 h 720001"/>
                <a:gd name="connsiteX12" fmla="*/ 406882 w 744004"/>
                <a:gd name="connsiteY12" fmla="*/ 311870 h 720001"/>
                <a:gd name="connsiteX13" fmla="*/ 406882 w 744004"/>
                <a:gd name="connsiteY13" fmla="*/ 168687 h 720001"/>
                <a:gd name="connsiteX14" fmla="*/ 456387 w 744004"/>
                <a:gd name="connsiteY14" fmla="*/ 49590 h 720001"/>
                <a:gd name="connsiteX15" fmla="*/ 575401 w 744004"/>
                <a:gd name="connsiteY15" fmla="*/ 0 h 720001"/>
                <a:gd name="connsiteX16" fmla="*/ 694498 w 744004"/>
                <a:gd name="connsiteY16" fmla="*/ 49507 h 720001"/>
                <a:gd name="connsiteX17" fmla="*/ 744004 w 744004"/>
                <a:gd name="connsiteY17" fmla="*/ 168604 h 720001"/>
                <a:gd name="connsiteX18" fmla="*/ 694498 w 744004"/>
                <a:gd name="connsiteY18" fmla="*/ 287701 h 720001"/>
                <a:gd name="connsiteX19" fmla="*/ 575401 w 744004"/>
                <a:gd name="connsiteY19" fmla="*/ 337207 h 720001"/>
                <a:gd name="connsiteX20" fmla="*/ 168604 w 744004"/>
                <a:gd name="connsiteY20" fmla="*/ 720001 h 720001"/>
                <a:gd name="connsiteX21" fmla="*/ 49507 w 744004"/>
                <a:gd name="connsiteY21" fmla="*/ 670495 h 720001"/>
                <a:gd name="connsiteX22" fmla="*/ 0 w 744004"/>
                <a:gd name="connsiteY22" fmla="*/ 551398 h 720001"/>
                <a:gd name="connsiteX23" fmla="*/ 49507 w 744004"/>
                <a:gd name="connsiteY23" fmla="*/ 432301 h 720001"/>
                <a:gd name="connsiteX24" fmla="*/ 168687 w 744004"/>
                <a:gd name="connsiteY24" fmla="*/ 382879 h 720001"/>
                <a:gd name="connsiteX25" fmla="*/ 311871 w 744004"/>
                <a:gd name="connsiteY25" fmla="*/ 382879 h 720001"/>
                <a:gd name="connsiteX26" fmla="*/ 337207 w 744004"/>
                <a:gd name="connsiteY26" fmla="*/ 408215 h 720001"/>
                <a:gd name="connsiteX27" fmla="*/ 337207 w 744004"/>
                <a:gd name="connsiteY27" fmla="*/ 551398 h 720001"/>
                <a:gd name="connsiteX28" fmla="*/ 287701 w 744004"/>
                <a:gd name="connsiteY28" fmla="*/ 670495 h 720001"/>
                <a:gd name="connsiteX29" fmla="*/ 168604 w 744004"/>
                <a:gd name="connsiteY29" fmla="*/ 720001 h 720001"/>
                <a:gd name="connsiteX30" fmla="*/ 575401 w 744004"/>
                <a:gd name="connsiteY30" fmla="*/ 720001 h 720001"/>
                <a:gd name="connsiteX31" fmla="*/ 456304 w 744004"/>
                <a:gd name="connsiteY31" fmla="*/ 670495 h 720001"/>
                <a:gd name="connsiteX32" fmla="*/ 406798 w 744004"/>
                <a:gd name="connsiteY32" fmla="*/ 551398 h 720001"/>
                <a:gd name="connsiteX33" fmla="*/ 406798 w 744004"/>
                <a:gd name="connsiteY33" fmla="*/ 408215 h 720001"/>
                <a:gd name="connsiteX34" fmla="*/ 432218 w 744004"/>
                <a:gd name="connsiteY34" fmla="*/ 382879 h 720001"/>
                <a:gd name="connsiteX35" fmla="*/ 575401 w 744004"/>
                <a:gd name="connsiteY35" fmla="*/ 382879 h 720001"/>
                <a:gd name="connsiteX36" fmla="*/ 694498 w 744004"/>
                <a:gd name="connsiteY36" fmla="*/ 432385 h 720001"/>
                <a:gd name="connsiteX37" fmla="*/ 744004 w 744004"/>
                <a:gd name="connsiteY37" fmla="*/ 551398 h 720001"/>
                <a:gd name="connsiteX38" fmla="*/ 694498 w 744004"/>
                <a:gd name="connsiteY38" fmla="*/ 670495 h 720001"/>
                <a:gd name="connsiteX39" fmla="*/ 575401 w 744004"/>
                <a:gd name="connsiteY39" fmla="*/ 720001 h 720001"/>
              </a:gdLst>
              <a:rect l="l" t="t" r="r" b="b"/>
              <a:pathLst>
                <a:path w="744004" h="720001">
                  <a:moveTo>
                    <a:pt x="311954" y="337123"/>
                  </a:moveTo>
                  <a:lnTo>
                    <a:pt x="168770" y="337123"/>
                  </a:lnTo>
                  <a:cubicBezTo>
                    <a:pt x="123932" y="337123"/>
                    <a:pt x="81594" y="319538"/>
                    <a:pt x="49673" y="287618"/>
                  </a:cubicBezTo>
                  <a:cubicBezTo>
                    <a:pt x="17753" y="255697"/>
                    <a:pt x="167" y="213442"/>
                    <a:pt x="167" y="168520"/>
                  </a:cubicBezTo>
                  <a:cubicBezTo>
                    <a:pt x="167" y="123598"/>
                    <a:pt x="17669" y="81427"/>
                    <a:pt x="49590" y="49507"/>
                  </a:cubicBezTo>
                  <a:cubicBezTo>
                    <a:pt x="81510" y="17586"/>
                    <a:pt x="123848" y="0"/>
                    <a:pt x="168687" y="0"/>
                  </a:cubicBezTo>
                  <a:cubicBezTo>
                    <a:pt x="213526" y="0"/>
                    <a:pt x="255864" y="17586"/>
                    <a:pt x="287784" y="49507"/>
                  </a:cubicBezTo>
                  <a:cubicBezTo>
                    <a:pt x="319705" y="81427"/>
                    <a:pt x="337290" y="123682"/>
                    <a:pt x="337290" y="168604"/>
                  </a:cubicBezTo>
                  <a:lnTo>
                    <a:pt x="337290" y="311787"/>
                  </a:lnTo>
                  <a:cubicBezTo>
                    <a:pt x="337290" y="325789"/>
                    <a:pt x="325956" y="337123"/>
                    <a:pt x="311954" y="337123"/>
                  </a:cubicBezTo>
                  <a:close/>
                  <a:moveTo>
                    <a:pt x="575401" y="337207"/>
                  </a:moveTo>
                  <a:lnTo>
                    <a:pt x="432218" y="337207"/>
                  </a:lnTo>
                  <a:cubicBezTo>
                    <a:pt x="418216" y="337207"/>
                    <a:pt x="406882" y="325872"/>
                    <a:pt x="406882" y="311870"/>
                  </a:cubicBezTo>
                  <a:lnTo>
                    <a:pt x="406882" y="168687"/>
                  </a:lnTo>
                  <a:cubicBezTo>
                    <a:pt x="406882" y="123849"/>
                    <a:pt x="424467" y="81510"/>
                    <a:pt x="456387" y="49590"/>
                  </a:cubicBezTo>
                  <a:cubicBezTo>
                    <a:pt x="488308" y="17669"/>
                    <a:pt x="530563" y="0"/>
                    <a:pt x="575401" y="0"/>
                  </a:cubicBezTo>
                  <a:cubicBezTo>
                    <a:pt x="620240" y="0"/>
                    <a:pt x="662578" y="17586"/>
                    <a:pt x="694498" y="49507"/>
                  </a:cubicBezTo>
                  <a:cubicBezTo>
                    <a:pt x="726419" y="81427"/>
                    <a:pt x="744004" y="123765"/>
                    <a:pt x="744004" y="168604"/>
                  </a:cubicBezTo>
                  <a:cubicBezTo>
                    <a:pt x="744004" y="213442"/>
                    <a:pt x="726419" y="255780"/>
                    <a:pt x="694498" y="287701"/>
                  </a:cubicBezTo>
                  <a:cubicBezTo>
                    <a:pt x="662578" y="319621"/>
                    <a:pt x="620323" y="337207"/>
                    <a:pt x="575401" y="337207"/>
                  </a:cubicBezTo>
                  <a:close/>
                  <a:moveTo>
                    <a:pt x="168604" y="720001"/>
                  </a:moveTo>
                  <a:cubicBezTo>
                    <a:pt x="123682" y="720001"/>
                    <a:pt x="81427" y="702416"/>
                    <a:pt x="49507" y="670495"/>
                  </a:cubicBezTo>
                  <a:cubicBezTo>
                    <a:pt x="17586" y="638575"/>
                    <a:pt x="0" y="596320"/>
                    <a:pt x="0" y="551398"/>
                  </a:cubicBezTo>
                  <a:cubicBezTo>
                    <a:pt x="0" y="506476"/>
                    <a:pt x="17586" y="464221"/>
                    <a:pt x="49507" y="432301"/>
                  </a:cubicBezTo>
                  <a:cubicBezTo>
                    <a:pt x="81510" y="400464"/>
                    <a:pt x="123848" y="382879"/>
                    <a:pt x="168687" y="382879"/>
                  </a:cubicBezTo>
                  <a:lnTo>
                    <a:pt x="311871" y="382879"/>
                  </a:lnTo>
                  <a:cubicBezTo>
                    <a:pt x="325872" y="382879"/>
                    <a:pt x="337207" y="394297"/>
                    <a:pt x="337207" y="408215"/>
                  </a:cubicBezTo>
                  <a:lnTo>
                    <a:pt x="337207" y="551398"/>
                  </a:lnTo>
                  <a:cubicBezTo>
                    <a:pt x="337207" y="596237"/>
                    <a:pt x="319621" y="638575"/>
                    <a:pt x="287701" y="670495"/>
                  </a:cubicBezTo>
                  <a:cubicBezTo>
                    <a:pt x="255781" y="702416"/>
                    <a:pt x="213526" y="720001"/>
                    <a:pt x="168604" y="720001"/>
                  </a:cubicBezTo>
                  <a:close/>
                  <a:moveTo>
                    <a:pt x="575401" y="720001"/>
                  </a:moveTo>
                  <a:cubicBezTo>
                    <a:pt x="530563" y="720001"/>
                    <a:pt x="488224" y="702416"/>
                    <a:pt x="456304" y="670495"/>
                  </a:cubicBezTo>
                  <a:cubicBezTo>
                    <a:pt x="424383" y="638575"/>
                    <a:pt x="406798" y="596320"/>
                    <a:pt x="406798" y="551398"/>
                  </a:cubicBezTo>
                  <a:lnTo>
                    <a:pt x="406798" y="408215"/>
                  </a:lnTo>
                  <a:cubicBezTo>
                    <a:pt x="406882" y="394213"/>
                    <a:pt x="418216" y="382879"/>
                    <a:pt x="432218" y="382879"/>
                  </a:cubicBezTo>
                  <a:lnTo>
                    <a:pt x="575401" y="382879"/>
                  </a:lnTo>
                  <a:cubicBezTo>
                    <a:pt x="620240" y="382879"/>
                    <a:pt x="662578" y="400464"/>
                    <a:pt x="694498" y="432385"/>
                  </a:cubicBezTo>
                  <a:cubicBezTo>
                    <a:pt x="726419" y="464305"/>
                    <a:pt x="744004" y="506560"/>
                    <a:pt x="744004" y="551398"/>
                  </a:cubicBezTo>
                  <a:cubicBezTo>
                    <a:pt x="744004" y="596237"/>
                    <a:pt x="726419" y="638575"/>
                    <a:pt x="694498" y="670495"/>
                  </a:cubicBezTo>
                  <a:cubicBezTo>
                    <a:pt x="662578" y="702416"/>
                    <a:pt x="620323" y="720001"/>
                    <a:pt x="575401" y="720001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7" name="标题 1"/>
          <p:cNvSpPr txBox="1"/>
          <p:nvPr/>
        </p:nvSpPr>
        <p:spPr>
          <a:xfrm rot="0" flipH="1" flipV="0">
            <a:off x="0" y="0"/>
            <a:ext cx="1008000" cy="1008000"/>
          </a:xfrm>
          <a:custGeom>
            <a:avLst/>
            <a:gdLst>
              <a:gd name="connsiteX0" fmla="*/ 1008000 w 1008000"/>
              <a:gd name="connsiteY0" fmla="*/ 0 h 1008000"/>
              <a:gd name="connsiteX1" fmla="*/ 870392 w 1008000"/>
              <a:gd name="connsiteY1" fmla="*/ 0 h 1008000"/>
              <a:gd name="connsiteX2" fmla="*/ 713360 w 1008000"/>
              <a:gd name="connsiteY2" fmla="*/ 0 h 1008000"/>
              <a:gd name="connsiteX3" fmla="*/ 48404 w 1008000"/>
              <a:gd name="connsiteY3" fmla="*/ 0 h 1008000"/>
              <a:gd name="connsiteX4" fmla="*/ 14261 w 1008000"/>
              <a:gd name="connsiteY4" fmla="*/ 82628 h 1008000"/>
              <a:gd name="connsiteX5" fmla="*/ 765717 w 1008000"/>
              <a:gd name="connsiteY5" fmla="*/ 836017 h 1008000"/>
              <a:gd name="connsiteX6" fmla="*/ 772508 w 1008000"/>
              <a:gd name="connsiteY6" fmla="*/ 841197 h 1008000"/>
              <a:gd name="connsiteX7" fmla="*/ 776419 w 1008000"/>
              <a:gd name="connsiteY7" fmla="*/ 844157 h 1008000"/>
              <a:gd name="connsiteX8" fmla="*/ 925586 w 1008000"/>
              <a:gd name="connsiteY8" fmla="*/ 993725 h 1008000"/>
              <a:gd name="connsiteX9" fmla="*/ 1008000 w 1008000"/>
              <a:gd name="connsiteY9" fmla="*/ 959508 h 1008000"/>
              <a:gd name="connsiteX10" fmla="*/ 1008000 w 1008000"/>
              <a:gd name="connsiteY10" fmla="*/ 294640 h 1008000"/>
              <a:gd name="connsiteX11" fmla="*/ 1008000 w 1008000"/>
              <a:gd name="connsiteY11" fmla="*/ 137994 h 1008000"/>
            </a:gdLst>
            <a:rect l="l" t="t" r="r" b="b"/>
            <a:pathLst>
              <a:path w="1008000" h="1008000">
                <a:moveTo>
                  <a:pt x="1008000" y="0"/>
                </a:moveTo>
                <a:lnTo>
                  <a:pt x="870392" y="0"/>
                </a:lnTo>
                <a:lnTo>
                  <a:pt x="713360" y="0"/>
                </a:lnTo>
                <a:lnTo>
                  <a:pt x="48404" y="0"/>
                </a:lnTo>
                <a:cubicBezTo>
                  <a:pt x="5389" y="0"/>
                  <a:pt x="-16207" y="52140"/>
                  <a:pt x="14261" y="82628"/>
                </a:cubicBezTo>
                <a:lnTo>
                  <a:pt x="765717" y="836017"/>
                </a:lnTo>
                <a:cubicBezTo>
                  <a:pt x="767729" y="838052"/>
                  <a:pt x="770016" y="839795"/>
                  <a:pt x="772508" y="841197"/>
                </a:cubicBezTo>
                <a:cubicBezTo>
                  <a:pt x="773944" y="841993"/>
                  <a:pt x="775262" y="842990"/>
                  <a:pt x="776419" y="844157"/>
                </a:cubicBezTo>
                <a:lnTo>
                  <a:pt x="925586" y="993725"/>
                </a:lnTo>
                <a:cubicBezTo>
                  <a:pt x="955995" y="1024227"/>
                  <a:pt x="1008000" y="1002605"/>
                  <a:pt x="1008000" y="959508"/>
                </a:cubicBezTo>
                <a:lnTo>
                  <a:pt x="1008000" y="294640"/>
                </a:lnTo>
                <a:lnTo>
                  <a:pt x="1008000" y="137994"/>
                </a:lnTo>
                <a:close/>
              </a:path>
            </a:pathLst>
          </a:custGeom>
          <a:solidFill>
            <a:schemeClr val="accent1"/>
          </a:solidFill>
          <a:ln w="3584" cap="flat">
            <a:noFill/>
            <a:miter/>
          </a:ln>
          <a:effectLst>
            <a:outerShdw dist="190500" blurRad="317500" dir="8100000" sx="100000" sy="100000" kx="0" ky="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0" flipH="0" flipV="0">
            <a:off x="855292" y="420464"/>
            <a:ext cx="10567087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西川芳昭教授の貢献</a:t>
            </a:r>
            <a:endParaRPr kumimoji="1" lang="zh-CN" alt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4104738" y="0"/>
            <a:ext cx="8087262" cy="6858000"/>
          </a:xfrm>
          <a:custGeom>
            <a:avLst/>
            <a:gdLst>
              <a:gd name="connsiteX0" fmla="*/ 5291115 w 8087262"/>
              <a:gd name="connsiteY0" fmla="*/ 0 h 6858000"/>
              <a:gd name="connsiteX1" fmla="*/ 8087262 w 8087262"/>
              <a:gd name="connsiteY1" fmla="*/ 0 h 6858000"/>
              <a:gd name="connsiteX2" fmla="*/ 8087262 w 8087262"/>
              <a:gd name="connsiteY2" fmla="*/ 6858000 h 6858000"/>
              <a:gd name="connsiteX3" fmla="*/ 0 w 8087262"/>
              <a:gd name="connsiteY3" fmla="*/ 6858000 h 6858000"/>
              <a:gd name="connsiteX4" fmla="*/ 63641 w 8087262"/>
              <a:gd name="connsiteY4" fmla="*/ 6821686 h 6858000"/>
              <a:gd name="connsiteX5" fmla="*/ 600612 w 8087262"/>
              <a:gd name="connsiteY5" fmla="*/ 6619875 h 6858000"/>
              <a:gd name="connsiteX6" fmla="*/ 1829337 w 8087262"/>
              <a:gd name="connsiteY6" fmla="*/ 6448425 h 6858000"/>
              <a:gd name="connsiteX7" fmla="*/ 2553237 w 8087262"/>
              <a:gd name="connsiteY7" fmla="*/ 4657725 h 6858000"/>
              <a:gd name="connsiteX8" fmla="*/ 4477287 w 8087262"/>
              <a:gd name="connsiteY8" fmla="*/ 3876675 h 6858000"/>
              <a:gd name="connsiteX9" fmla="*/ 4582062 w 8087262"/>
              <a:gd name="connsiteY9" fmla="*/ 942975 h 6858000"/>
              <a:gd name="connsiteX10" fmla="*/ 5267862 w 8087262"/>
              <a:gd name="connsiteY10" fmla="*/ 19050 h 6858000"/>
            </a:gdLst>
            <a:rect l="l" t="t" r="r" b="b"/>
            <a:pathLst>
              <a:path w="8087262" h="6858000">
                <a:moveTo>
                  <a:pt x="5291115" y="0"/>
                </a:moveTo>
                <a:lnTo>
                  <a:pt x="8087262" y="0"/>
                </a:lnTo>
                <a:lnTo>
                  <a:pt x="8087262" y="6858000"/>
                </a:lnTo>
                <a:lnTo>
                  <a:pt x="0" y="6858000"/>
                </a:lnTo>
                <a:lnTo>
                  <a:pt x="63641" y="6821686"/>
                </a:lnTo>
                <a:cubicBezTo>
                  <a:pt x="220803" y="6743303"/>
                  <a:pt x="439481" y="6670675"/>
                  <a:pt x="600612" y="6619875"/>
                </a:cubicBezTo>
                <a:cubicBezTo>
                  <a:pt x="922875" y="6518275"/>
                  <a:pt x="1503900" y="6775450"/>
                  <a:pt x="1829337" y="6448425"/>
                </a:cubicBezTo>
                <a:cubicBezTo>
                  <a:pt x="2154774" y="6121400"/>
                  <a:pt x="2111913" y="5086350"/>
                  <a:pt x="2553237" y="4657725"/>
                </a:cubicBezTo>
                <a:cubicBezTo>
                  <a:pt x="2994562" y="4229100"/>
                  <a:pt x="4139150" y="4495800"/>
                  <a:pt x="4477287" y="3876675"/>
                </a:cubicBezTo>
                <a:cubicBezTo>
                  <a:pt x="4815424" y="3257550"/>
                  <a:pt x="4313775" y="1689100"/>
                  <a:pt x="4582062" y="942975"/>
                </a:cubicBezTo>
                <a:cubicBezTo>
                  <a:pt x="4716205" y="569913"/>
                  <a:pt x="4980921" y="269081"/>
                  <a:pt x="5267862" y="1905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1">
            <a:off x="7222172" y="2179131"/>
            <a:ext cx="4985365" cy="4654141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1" flipV="0">
            <a:off x="-1" y="0"/>
            <a:ext cx="2108070" cy="1580000"/>
          </a:xfrm>
          <a:custGeom>
            <a:avLst/>
            <a:gdLst>
              <a:gd name="connsiteX0" fmla="*/ 3654900 w 3655219"/>
              <a:gd name="connsiteY0" fmla="*/ -50 h 3348036"/>
              <a:gd name="connsiteX1" fmla="*/ -319 w 3655219"/>
              <a:gd name="connsiteY1" fmla="*/ -50 h 3348036"/>
              <a:gd name="connsiteX2" fmla="*/ 60450 w 3655219"/>
              <a:gd name="connsiteY2" fmla="*/ 229502 h 3348036"/>
              <a:gd name="connsiteX3" fmla="*/ 890078 w 3655219"/>
              <a:gd name="connsiteY3" fmla="*/ 1140759 h 3348036"/>
              <a:gd name="connsiteX4" fmla="*/ 1085912 w 3655219"/>
              <a:gd name="connsiteY4" fmla="*/ 2210036 h 3348036"/>
              <a:gd name="connsiteX5" fmla="*/ 2507042 w 3655219"/>
              <a:gd name="connsiteY5" fmla="*/ 3347416 h 3348036"/>
              <a:gd name="connsiteX6" fmla="*/ 3379151 w 3655219"/>
              <a:gd name="connsiteY6" fmla="*/ 2931078 h 3348036"/>
              <a:gd name="connsiteX7" fmla="*/ 3654900 w 3655219"/>
              <a:gd name="connsiteY7" fmla="*/ 2740578 h 3348036"/>
            </a:gdLst>
            <a:rect l="l" t="t" r="r" b="b"/>
            <a:pathLst>
              <a:path w="3655219" h="3348036">
                <a:moveTo>
                  <a:pt x="3654900" y="-50"/>
                </a:moveTo>
                <a:lnTo>
                  <a:pt x="-319" y="-50"/>
                </a:lnTo>
                <a:cubicBezTo>
                  <a:pt x="9244" y="78906"/>
                  <a:pt x="29694" y="156158"/>
                  <a:pt x="60450" y="229502"/>
                </a:cubicBezTo>
                <a:cubicBezTo>
                  <a:pt x="224947" y="609645"/>
                  <a:pt x="687862" y="779286"/>
                  <a:pt x="890078" y="1140759"/>
                </a:cubicBezTo>
                <a:cubicBezTo>
                  <a:pt x="1068195" y="1459180"/>
                  <a:pt x="1007330" y="1853801"/>
                  <a:pt x="1085912" y="2210036"/>
                </a:cubicBezTo>
                <a:cubicBezTo>
                  <a:pt x="1226501" y="2848211"/>
                  <a:pt x="1854293" y="3324937"/>
                  <a:pt x="2507042" y="3347416"/>
                </a:cubicBezTo>
                <a:cubicBezTo>
                  <a:pt x="2879851" y="3360180"/>
                  <a:pt x="3107117" y="3156916"/>
                  <a:pt x="3379151" y="2931078"/>
                </a:cubicBezTo>
                <a:cubicBezTo>
                  <a:pt x="3465371" y="2859708"/>
                  <a:pt x="3557640" y="2795966"/>
                  <a:pt x="3654900" y="274057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70000">
                <a:schemeClr val="accent1">
                  <a:lumMod val="90000"/>
                </a:schemeClr>
              </a:gs>
            </a:gsLst>
            <a:lin ang="17604141" scaled="0"/>
          </a:gradFill>
          <a:ln w="404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660400" y="638212"/>
            <a:ext cx="537267" cy="390488"/>
          </a:xfrm>
          <a:custGeom>
            <a:avLst/>
            <a:gd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6" name=""/>
          <p:cNvGrpSpPr/>
          <p:nvPr/>
        </p:nvGrpSpPr>
        <p:grpSpPr>
          <a:xfrm>
            <a:off x="11032926" y="766714"/>
            <a:ext cx="485974" cy="133484"/>
            <a:chOff x="11032926" y="766714"/>
            <a:chExt cx="485974" cy="133484"/>
          </a:xfrm>
        </p:grpSpPr>
        <p:sp>
          <p:nvSpPr>
            <p:cNvPr id="7" name="标题 1"/>
            <p:cNvSpPr txBox="1"/>
            <p:nvPr/>
          </p:nvSpPr>
          <p:spPr>
            <a:xfrm rot="0" flipH="0" flipV="0">
              <a:off x="11032926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 rot="0" flipH="0" flipV="0">
              <a:off x="11209171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rot="0" flipH="0" flipV="0">
              <a:off x="11385416" y="766714"/>
              <a:ext cx="133484" cy="1334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pic>
        <p:nvPicPr>
          <p:cNvPr id="10" name="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5311773" y="314352"/>
            <a:ext cx="7623991" cy="762399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标题 1"/>
          <p:cNvSpPr txBox="1"/>
          <p:nvPr/>
        </p:nvSpPr>
        <p:spPr>
          <a:xfrm rot="0" flipH="0" flipV="0">
            <a:off x="667002" y="5248613"/>
            <a:ext cx="3828798" cy="4354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1">
                <a:lumMod val="60000"/>
                <a:lumOff val="40000"/>
              </a:schemeClr>
            </a:solidFill>
            <a:miter/>
          </a:ln>
          <a:effectLst>
            <a:outerShdw dist="127000" blurRad="228600" dir="3600003" sx="100000" sy="100000" kx="0" ky="0" algn="b" rotWithShape="0">
              <a:schemeClr val="accent1">
                <a:alpha val="25000"/>
              </a:schemeClr>
            </a:outerShdw>
          </a:effectLst>
        </p:spPr>
        <p:txBody>
          <a:bodyPr vert="horz" wrap="non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1311313" y="5318152"/>
            <a:ext cx="3098583" cy="296404"/>
          </a:xfrm>
          <a:prstGeom prst="roundRect">
            <a:avLst>
              <a:gd name="adj" fmla="val 50000"/>
            </a:avLst>
          </a:prstGeom>
          <a:noFill/>
          <a:ln w="381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Here is where your presentation begins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667002" y="2572465"/>
            <a:ext cx="4121824" cy="27919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4" name=""/>
          <p:cNvGrpSpPr/>
          <p:nvPr/>
        </p:nvGrpSpPr>
        <p:grpSpPr>
          <a:xfrm>
            <a:off x="6510432" y="1767704"/>
            <a:ext cx="574483" cy="574483"/>
            <a:chOff x="6510432" y="1767704"/>
            <a:chExt cx="574483" cy="574483"/>
          </a:xfrm>
        </p:grpSpPr>
        <p:sp>
          <p:nvSpPr>
            <p:cNvPr id="15" name="标题 1"/>
            <p:cNvSpPr txBox="1"/>
            <p:nvPr/>
          </p:nvSpPr>
          <p:spPr>
            <a:xfrm rot="0" flipH="0" flipV="0">
              <a:off x="6510432" y="1767704"/>
              <a:ext cx="574483" cy="574483"/>
            </a:xfrm>
            <a:prstGeom prst="ellipse">
              <a:avLst/>
            </a:prstGeom>
            <a:solidFill>
              <a:schemeClr val="accent2"/>
            </a:solidFill>
            <a:ln w="12700" cap="flat">
              <a:solidFill>
                <a:schemeClr val="accent2">
                  <a:lumMod val="60000"/>
                  <a:lumOff val="40000"/>
                </a:schemeClr>
              </a:solidFill>
              <a:miter/>
            </a:ln>
            <a:effectLst>
              <a:outerShdw dist="127000" blurRad="228600" dir="3600003" sx="100000" sy="100000" kx="0" ky="0" algn="b" rotWithShape="0">
                <a:schemeClr val="accent2">
                  <a:alpha val="25000"/>
                </a:schemeClr>
              </a:outerShdw>
            </a:effectLst>
          </p:spPr>
          <p:txBody>
            <a:bodyPr vert="horz" wrap="non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rot="0" flipH="0" flipV="0">
              <a:off x="6600762" y="1858034"/>
              <a:ext cx="393823" cy="393823"/>
            </a:xfrm>
            <a:prstGeom prst="plus">
              <a:avLst>
                <a:gd name="adj" fmla="val 38883"/>
              </a:avLst>
            </a:prstGeom>
            <a:solidFill>
              <a:schemeClr val="bg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7" name="标题 1"/>
          <p:cNvSpPr txBox="1"/>
          <p:nvPr/>
        </p:nvSpPr>
        <p:spPr>
          <a:xfrm rot="0" flipH="0" flipV="0">
            <a:off x="622621" y="2153732"/>
            <a:ext cx="5730875" cy="26414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NotoSansJP-Bold"/>
                <a:ea typeface="NotoSansJP-Bold"/>
                <a:cs typeface="NotoSansJP-Bold"/>
              </a:rPr>
              <a:t>Thanks for your attention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1" flipV="0">
            <a:off x="886253" y="5322419"/>
            <a:ext cx="287870" cy="287870"/>
          </a:xfrm>
          <a:custGeom>
            <a:avLst/>
            <a:gdLst>
              <a:gd name="connsiteX0" fmla="*/ 178985 w 358450"/>
              <a:gd name="connsiteY0" fmla="*/ 358265 h 358450"/>
              <a:gd name="connsiteX1" fmla="*/ -240 w 358450"/>
              <a:gd name="connsiteY1" fmla="*/ 179040 h 358450"/>
              <a:gd name="connsiteX2" fmla="*/ 178985 w 358450"/>
              <a:gd name="connsiteY2" fmla="*/ -185 h 358450"/>
              <a:gd name="connsiteX3" fmla="*/ 358210 w 358450"/>
              <a:gd name="connsiteY3" fmla="*/ 179040 h 358450"/>
              <a:gd name="connsiteX4" fmla="*/ 358210 w 358450"/>
              <a:gd name="connsiteY4" fmla="*/ 179080 h 358450"/>
              <a:gd name="connsiteX5" fmla="*/ 178985 w 358450"/>
              <a:gd name="connsiteY5" fmla="*/ 358265 h 358450"/>
              <a:gd name="connsiteX6" fmla="*/ 178985 w 358450"/>
              <a:gd name="connsiteY6" fmla="*/ 29901 h 358450"/>
              <a:gd name="connsiteX7" fmla="*/ 29806 w 358450"/>
              <a:gd name="connsiteY7" fmla="*/ 179080 h 358450"/>
              <a:gd name="connsiteX8" fmla="*/ 178985 w 358450"/>
              <a:gd name="connsiteY8" fmla="*/ 328260 h 358450"/>
              <a:gd name="connsiteX9" fmla="*/ 328164 w 358450"/>
              <a:gd name="connsiteY9" fmla="*/ 179080 h 358450"/>
              <a:gd name="connsiteX10" fmla="*/ 178985 w 358450"/>
              <a:gd name="connsiteY10" fmla="*/ 29901 h 358450"/>
            </a:gdLst>
            <a:rect l="l" t="t" r="r" b="b"/>
            <a:pathLst>
              <a:path w="358450" h="358450">
                <a:moveTo>
                  <a:pt x="178985" y="358265"/>
                </a:moveTo>
                <a:cubicBezTo>
                  <a:pt x="80003" y="358265"/>
                  <a:pt x="-240" y="278022"/>
                  <a:pt x="-240" y="179040"/>
                </a:cubicBezTo>
                <a:cubicBezTo>
                  <a:pt x="-240" y="80058"/>
                  <a:pt x="80003" y="-185"/>
                  <a:pt x="178985" y="-185"/>
                </a:cubicBezTo>
                <a:cubicBezTo>
                  <a:pt x="277967" y="-185"/>
                  <a:pt x="358210" y="80058"/>
                  <a:pt x="358210" y="179040"/>
                </a:cubicBezTo>
                <a:cubicBezTo>
                  <a:pt x="358210" y="179052"/>
                  <a:pt x="358210" y="179068"/>
                  <a:pt x="358210" y="179080"/>
                </a:cubicBezTo>
                <a:cubicBezTo>
                  <a:pt x="358089" y="278001"/>
                  <a:pt x="277886" y="358152"/>
                  <a:pt x="178985" y="358265"/>
                </a:cubicBezTo>
                <a:close/>
                <a:moveTo>
                  <a:pt x="178985" y="29901"/>
                </a:moveTo>
                <a:cubicBezTo>
                  <a:pt x="96597" y="29901"/>
                  <a:pt x="29806" y="96692"/>
                  <a:pt x="29806" y="179080"/>
                </a:cubicBezTo>
                <a:cubicBezTo>
                  <a:pt x="29806" y="261468"/>
                  <a:pt x="96597" y="328260"/>
                  <a:pt x="178985" y="328260"/>
                </a:cubicBezTo>
                <a:cubicBezTo>
                  <a:pt x="261369" y="328260"/>
                  <a:pt x="328164" y="261468"/>
                  <a:pt x="328164" y="179080"/>
                </a:cubicBezTo>
                <a:cubicBezTo>
                  <a:pt x="328043" y="96745"/>
                  <a:pt x="261328" y="30034"/>
                  <a:pt x="178985" y="2990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1" flipV="0">
            <a:off x="962792" y="5400434"/>
            <a:ext cx="115739" cy="131841"/>
          </a:xfrm>
          <a:custGeom>
            <a:avLst/>
            <a:gdLst>
              <a:gd name="connsiteX0" fmla="*/ -240 w 144116"/>
              <a:gd name="connsiteY0" fmla="*/ 146405 h 164166"/>
              <a:gd name="connsiteX1" fmla="*/ -240 w 144116"/>
              <a:gd name="connsiteY1" fmla="*/ 17580 h 164166"/>
              <a:gd name="connsiteX2" fmla="*/ 17533 w 144116"/>
              <a:gd name="connsiteY2" fmla="*/ -185 h 164166"/>
              <a:gd name="connsiteX3" fmla="*/ 26615 w 144116"/>
              <a:gd name="connsiteY3" fmla="*/ 2315 h 164166"/>
              <a:gd name="connsiteX4" fmla="*/ 135168 w 144116"/>
              <a:gd name="connsiteY4" fmla="*/ 66929 h 164166"/>
              <a:gd name="connsiteX5" fmla="*/ 141387 w 144116"/>
              <a:gd name="connsiteY5" fmla="*/ 91277 h 164166"/>
              <a:gd name="connsiteX6" fmla="*/ 135168 w 144116"/>
              <a:gd name="connsiteY6" fmla="*/ 97500 h 164166"/>
              <a:gd name="connsiteX7" fmla="*/ 26615 w 144116"/>
              <a:gd name="connsiteY7" fmla="*/ 161509 h 164166"/>
              <a:gd name="connsiteX8" fmla="*/ 2227 w 144116"/>
              <a:gd name="connsiteY8" fmla="*/ 155217 h 164166"/>
              <a:gd name="connsiteX9" fmla="*/ -240 w 144116"/>
              <a:gd name="connsiteY9" fmla="*/ 146405 h 164166"/>
            </a:gdLst>
            <a:rect l="l" t="t" r="r" b="b"/>
            <a:pathLst>
              <a:path w="144116" h="164166">
                <a:moveTo>
                  <a:pt x="-240" y="146405"/>
                </a:moveTo>
                <a:lnTo>
                  <a:pt x="-240" y="17580"/>
                </a:lnTo>
                <a:cubicBezTo>
                  <a:pt x="-236" y="7766"/>
                  <a:pt x="7719" y="-185"/>
                  <a:pt x="17533" y="-185"/>
                </a:cubicBezTo>
                <a:cubicBezTo>
                  <a:pt x="20731" y="-185"/>
                  <a:pt x="23869" y="679"/>
                  <a:pt x="26615" y="2315"/>
                </a:cubicBezTo>
                <a:lnTo>
                  <a:pt x="135168" y="66929"/>
                </a:lnTo>
                <a:cubicBezTo>
                  <a:pt x="143608" y="71933"/>
                  <a:pt x="146395" y="82833"/>
                  <a:pt x="141387" y="91277"/>
                </a:cubicBezTo>
                <a:cubicBezTo>
                  <a:pt x="139853" y="93841"/>
                  <a:pt x="137712" y="95982"/>
                  <a:pt x="135168" y="97500"/>
                </a:cubicBezTo>
                <a:lnTo>
                  <a:pt x="26615" y="161509"/>
                </a:lnTo>
                <a:cubicBezTo>
                  <a:pt x="18143" y="166505"/>
                  <a:pt x="7223" y="163690"/>
                  <a:pt x="2227" y="155217"/>
                </a:cubicBezTo>
                <a:cubicBezTo>
                  <a:pt x="652" y="152544"/>
                  <a:pt x="-200" y="149507"/>
                  <a:pt x="-240" y="1464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6F6ADE"/>
      </a:accent1>
      <a:accent2>
        <a:srgbClr val="FFA71D"/>
      </a:accent2>
      <a:accent3>
        <a:srgbClr val="FD7BA7"/>
      </a:accent3>
      <a:accent4>
        <a:srgbClr val="AAC6F9"/>
      </a:accent4>
      <a:accent5>
        <a:srgbClr val="DFE7F4"/>
      </a:accent5>
      <a:accent6>
        <a:srgbClr val="C9C9C9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